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jpeg" ContentType="image/jpe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C81B2C-81DB-4096-B291-6601D57496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963F05-9F30-45A0-9234-94B8DFAAD8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2093AB7-6D23-4E49-AD16-D817ADE844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9D480BF-330D-400C-919F-1C38ED1D9B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562B91-4D9B-49FC-85D4-CBFD73EDAD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bg object 17"/>
          <p:cNvSpPr/>
          <p:nvPr/>
        </p:nvSpPr>
        <p:spPr>
          <a:xfrm>
            <a:off x="61858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4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4" y="2493264"/>
                </a:lnTo>
                <a:lnTo>
                  <a:pt x="1479804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bg object 18"/>
          <p:cNvSpPr/>
          <p:nvPr/>
        </p:nvSpPr>
        <p:spPr>
          <a:xfrm>
            <a:off x="766584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79" y="0"/>
                </a:moveTo>
                <a:lnTo>
                  <a:pt x="1158430" y="0"/>
                </a:lnTo>
                <a:lnTo>
                  <a:pt x="0" y="717549"/>
                </a:lnTo>
                <a:lnTo>
                  <a:pt x="0" y="2493263"/>
                </a:lnTo>
                <a:lnTo>
                  <a:pt x="1478279" y="1592706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bg object 19"/>
          <p:cNvSpPr/>
          <p:nvPr/>
        </p:nvSpPr>
        <p:spPr>
          <a:xfrm>
            <a:off x="64998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bg object 20"/>
          <p:cNvSpPr/>
          <p:nvPr/>
        </p:nvSpPr>
        <p:spPr>
          <a:xfrm>
            <a:off x="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319849" y="0"/>
                </a:moveTo>
                <a:lnTo>
                  <a:pt x="0" y="0"/>
                </a:lnTo>
                <a:lnTo>
                  <a:pt x="0" y="1592706"/>
                </a:lnTo>
                <a:lnTo>
                  <a:pt x="1478280" y="2493263"/>
                </a:lnTo>
                <a:lnTo>
                  <a:pt x="1478280" y="717549"/>
                </a:lnTo>
                <a:lnTo>
                  <a:pt x="31984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bg object 21"/>
          <p:cNvSpPr/>
          <p:nvPr/>
        </p:nvSpPr>
        <p:spPr>
          <a:xfrm>
            <a:off x="147816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bg object 22"/>
          <p:cNvSpPr/>
          <p:nvPr/>
        </p:nvSpPr>
        <p:spPr>
          <a:xfrm>
            <a:off x="313920" y="0"/>
            <a:ext cx="2328840" cy="721080"/>
          </a:xfrm>
          <a:custGeom>
            <a:avLst/>
            <a:gdLst>
              <a:gd name="textAreaLeft" fmla="*/ 0 w 2328840"/>
              <a:gd name="textAreaRight" fmla="*/ 2329200 w 232884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29180" h="721360">
                <a:moveTo>
                  <a:pt x="2328814" y="0"/>
                </a:moveTo>
                <a:lnTo>
                  <a:pt x="0" y="0"/>
                </a:lnTo>
                <a:lnTo>
                  <a:pt x="1164407" y="720851"/>
                </a:lnTo>
                <a:lnTo>
                  <a:pt x="23288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bg object 23"/>
          <p:cNvSpPr/>
          <p:nvPr/>
        </p:nvSpPr>
        <p:spPr>
          <a:xfrm>
            <a:off x="14781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bg object 24"/>
          <p:cNvSpPr/>
          <p:nvPr/>
        </p:nvSpPr>
        <p:spPr>
          <a:xfrm>
            <a:off x="6033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bg object 25"/>
          <p:cNvSpPr/>
          <p:nvPr/>
        </p:nvSpPr>
        <p:spPr>
          <a:xfrm>
            <a:off x="603360" y="693360"/>
            <a:ext cx="1751040" cy="10818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1330" h="1082039">
                <a:moveTo>
                  <a:pt x="875538" y="0"/>
                </a:moveTo>
                <a:lnTo>
                  <a:pt x="0" y="541019"/>
                </a:lnTo>
                <a:lnTo>
                  <a:pt x="875538" y="1082039"/>
                </a:lnTo>
                <a:lnTo>
                  <a:pt x="1751076" y="541019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bg object 26"/>
          <p:cNvSpPr/>
          <p:nvPr/>
        </p:nvSpPr>
        <p:spPr>
          <a:xfrm>
            <a:off x="29566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5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3" y="2493264"/>
                </a:lnTo>
                <a:lnTo>
                  <a:pt x="1479803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bg object 27"/>
          <p:cNvSpPr/>
          <p:nvPr/>
        </p:nvSpPr>
        <p:spPr>
          <a:xfrm>
            <a:off x="443628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bg object 28"/>
          <p:cNvSpPr/>
          <p:nvPr/>
        </p:nvSpPr>
        <p:spPr>
          <a:xfrm>
            <a:off x="32706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bg object 29"/>
          <p:cNvSpPr/>
          <p:nvPr/>
        </p:nvSpPr>
        <p:spPr>
          <a:xfrm>
            <a:off x="44362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bg object 30"/>
          <p:cNvSpPr/>
          <p:nvPr/>
        </p:nvSpPr>
        <p:spPr>
          <a:xfrm>
            <a:off x="35614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bg object 31"/>
          <p:cNvSpPr/>
          <p:nvPr/>
        </p:nvSpPr>
        <p:spPr>
          <a:xfrm>
            <a:off x="3561480" y="693360"/>
            <a:ext cx="1749600" cy="10818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0060" h="1082039">
                <a:moveTo>
                  <a:pt x="874776" y="0"/>
                </a:moveTo>
                <a:lnTo>
                  <a:pt x="0" y="541019"/>
                </a:lnTo>
                <a:lnTo>
                  <a:pt x="874776" y="1082039"/>
                </a:lnTo>
                <a:lnTo>
                  <a:pt x="1749552" y="541019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bg object 32"/>
          <p:cNvSpPr/>
          <p:nvPr/>
        </p:nvSpPr>
        <p:spPr>
          <a:xfrm>
            <a:off x="147816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80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bg object 33"/>
          <p:cNvSpPr/>
          <p:nvPr/>
        </p:nvSpPr>
        <p:spPr>
          <a:xfrm>
            <a:off x="2956680" y="1752480"/>
            <a:ext cx="1479960" cy="26895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80185" h="2689860">
                <a:moveTo>
                  <a:pt x="1479803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9803" y="1789811"/>
                </a:lnTo>
                <a:lnTo>
                  <a:pt x="1479803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bg object 34"/>
          <p:cNvSpPr/>
          <p:nvPr/>
        </p:nvSpPr>
        <p:spPr>
          <a:xfrm>
            <a:off x="1478160" y="841320"/>
            <a:ext cx="2958120" cy="182844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8465" h="1828800">
                <a:moveTo>
                  <a:pt x="1479042" y="0"/>
                </a:moveTo>
                <a:lnTo>
                  <a:pt x="0" y="914400"/>
                </a:lnTo>
                <a:lnTo>
                  <a:pt x="1479042" y="1828800"/>
                </a:lnTo>
                <a:lnTo>
                  <a:pt x="2958084" y="914400"/>
                </a:lnTo>
                <a:lnTo>
                  <a:pt x="1479042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bg object 35"/>
          <p:cNvSpPr/>
          <p:nvPr/>
        </p:nvSpPr>
        <p:spPr>
          <a:xfrm>
            <a:off x="295812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bg object 36"/>
          <p:cNvSpPr/>
          <p:nvPr/>
        </p:nvSpPr>
        <p:spPr>
          <a:xfrm>
            <a:off x="2081880" y="1592640"/>
            <a:ext cx="875880" cy="1592280"/>
          </a:xfrm>
          <a:custGeom>
            <a:avLst/>
            <a:gdLst>
              <a:gd name="textAreaLeft" fmla="*/ 0 w 875880"/>
              <a:gd name="textAreaRight" fmla="*/ 876240 w 87588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6300" h="1592580">
                <a:moveTo>
                  <a:pt x="876300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6300" y="1050798"/>
                </a:lnTo>
                <a:lnTo>
                  <a:pt x="87630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bg object 37"/>
          <p:cNvSpPr/>
          <p:nvPr/>
        </p:nvSpPr>
        <p:spPr>
          <a:xfrm>
            <a:off x="2081880" y="2642760"/>
            <a:ext cx="1751040" cy="10836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1329" h="1083945">
                <a:moveTo>
                  <a:pt x="875538" y="0"/>
                </a:moveTo>
                <a:lnTo>
                  <a:pt x="0" y="541782"/>
                </a:lnTo>
                <a:lnTo>
                  <a:pt x="875538" y="1083564"/>
                </a:lnTo>
                <a:lnTo>
                  <a:pt x="1751076" y="541782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bg object 38"/>
          <p:cNvSpPr/>
          <p:nvPr/>
        </p:nvSpPr>
        <p:spPr>
          <a:xfrm>
            <a:off x="443628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bg object 39"/>
          <p:cNvSpPr/>
          <p:nvPr/>
        </p:nvSpPr>
        <p:spPr>
          <a:xfrm>
            <a:off x="591480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1478279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8279" y="1789811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bg object 40"/>
          <p:cNvSpPr/>
          <p:nvPr/>
        </p:nvSpPr>
        <p:spPr>
          <a:xfrm>
            <a:off x="4436280" y="841320"/>
            <a:ext cx="2956320" cy="18284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6559" h="1828800">
                <a:moveTo>
                  <a:pt x="1478280" y="0"/>
                </a:moveTo>
                <a:lnTo>
                  <a:pt x="0" y="914400"/>
                </a:lnTo>
                <a:lnTo>
                  <a:pt x="1478280" y="1828800"/>
                </a:lnTo>
                <a:lnTo>
                  <a:pt x="2956560" y="914400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bg object 41"/>
          <p:cNvSpPr/>
          <p:nvPr/>
        </p:nvSpPr>
        <p:spPr>
          <a:xfrm>
            <a:off x="59148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bg object 42"/>
          <p:cNvSpPr/>
          <p:nvPr/>
        </p:nvSpPr>
        <p:spPr>
          <a:xfrm>
            <a:off x="50400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874776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4776" y="105079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bg object 43"/>
          <p:cNvSpPr/>
          <p:nvPr/>
        </p:nvSpPr>
        <p:spPr>
          <a:xfrm>
            <a:off x="5040000" y="2642760"/>
            <a:ext cx="1749600" cy="10836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0059" h="1083945">
                <a:moveTo>
                  <a:pt x="874776" y="0"/>
                </a:moveTo>
                <a:lnTo>
                  <a:pt x="0" y="541782"/>
                </a:lnTo>
                <a:lnTo>
                  <a:pt x="874776" y="1083564"/>
                </a:lnTo>
                <a:lnTo>
                  <a:pt x="1749552" y="541782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bg object 44"/>
          <p:cNvSpPr/>
          <p:nvPr/>
        </p:nvSpPr>
        <p:spPr>
          <a:xfrm>
            <a:off x="295668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0" y="0"/>
                </a:moveTo>
                <a:lnTo>
                  <a:pt x="0" y="169163"/>
                </a:lnTo>
                <a:lnTo>
                  <a:pt x="273558" y="169163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bg object 45"/>
          <p:cNvSpPr/>
          <p:nvPr/>
        </p:nvSpPr>
        <p:spPr>
          <a:xfrm>
            <a:off x="564120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273276" y="0"/>
                </a:moveTo>
                <a:lnTo>
                  <a:pt x="0" y="169163"/>
                </a:lnTo>
                <a:lnTo>
                  <a:pt x="273276" y="169163"/>
                </a:lnTo>
                <a:lnTo>
                  <a:pt x="2732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bg object 46"/>
          <p:cNvSpPr/>
          <p:nvPr/>
        </p:nvSpPr>
        <p:spPr>
          <a:xfrm>
            <a:off x="2956680" y="4061520"/>
            <a:ext cx="2958120" cy="108180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2958465" h="1082039">
                <a:moveTo>
                  <a:pt x="1479041" y="0"/>
                </a:moveTo>
                <a:lnTo>
                  <a:pt x="0" y="915161"/>
                </a:lnTo>
                <a:lnTo>
                  <a:pt x="269700" y="1082039"/>
                </a:lnTo>
                <a:lnTo>
                  <a:pt x="2688383" y="1082039"/>
                </a:lnTo>
                <a:lnTo>
                  <a:pt x="2958084" y="915161"/>
                </a:lnTo>
                <a:lnTo>
                  <a:pt x="1479041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bg object 47"/>
          <p:cNvSpPr/>
          <p:nvPr/>
        </p:nvSpPr>
        <p:spPr>
          <a:xfrm>
            <a:off x="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0" y="0"/>
                </a:moveTo>
                <a:lnTo>
                  <a:pt x="0" y="1716024"/>
                </a:lnTo>
                <a:lnTo>
                  <a:pt x="1478280" y="1716024"/>
                </a:lnTo>
                <a:lnTo>
                  <a:pt x="1478280" y="91508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bg object 48"/>
          <p:cNvSpPr/>
          <p:nvPr/>
        </p:nvSpPr>
        <p:spPr>
          <a:xfrm>
            <a:off x="147816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1478280" y="0"/>
                </a:moveTo>
                <a:lnTo>
                  <a:pt x="0" y="915085"/>
                </a:lnTo>
                <a:lnTo>
                  <a:pt x="0" y="1716024"/>
                </a:lnTo>
                <a:lnTo>
                  <a:pt x="1478280" y="1716024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bg object 49"/>
          <p:cNvSpPr/>
          <p:nvPr/>
        </p:nvSpPr>
        <p:spPr>
          <a:xfrm>
            <a:off x="0" y="2514600"/>
            <a:ext cx="2956320" cy="18302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30240"/>
              <a:gd name="textAreaBottom" fmla="*/ 1830600 h 1830240"/>
            </a:gdLst>
            <a:ahLst/>
            <a:rect l="textAreaLeft" t="textAreaTop" r="textAreaRight" b="textAreaBottom"/>
            <a:pathLst>
              <a:path w="2956560" h="1830704">
                <a:moveTo>
                  <a:pt x="1478280" y="0"/>
                </a:moveTo>
                <a:lnTo>
                  <a:pt x="0" y="915162"/>
                </a:lnTo>
                <a:lnTo>
                  <a:pt x="1478280" y="1830324"/>
                </a:lnTo>
                <a:lnTo>
                  <a:pt x="2956560" y="915162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00760" y="882000"/>
            <a:ext cx="302400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1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3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FDB64C-618E-4C84-A2B8-1DC9A1916C7F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bg object 17"/>
          <p:cNvSpPr/>
          <p:nvPr/>
        </p:nvSpPr>
        <p:spPr>
          <a:xfrm>
            <a:off x="61858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4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4" y="2493264"/>
                </a:lnTo>
                <a:lnTo>
                  <a:pt x="1479804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bg object 18"/>
          <p:cNvSpPr/>
          <p:nvPr/>
        </p:nvSpPr>
        <p:spPr>
          <a:xfrm>
            <a:off x="766584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79" y="0"/>
                </a:moveTo>
                <a:lnTo>
                  <a:pt x="1158430" y="0"/>
                </a:lnTo>
                <a:lnTo>
                  <a:pt x="0" y="717549"/>
                </a:lnTo>
                <a:lnTo>
                  <a:pt x="0" y="2493263"/>
                </a:lnTo>
                <a:lnTo>
                  <a:pt x="1478279" y="1592706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bg object 19"/>
          <p:cNvSpPr/>
          <p:nvPr/>
        </p:nvSpPr>
        <p:spPr>
          <a:xfrm>
            <a:off x="64998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bg object 20"/>
          <p:cNvSpPr/>
          <p:nvPr/>
        </p:nvSpPr>
        <p:spPr>
          <a:xfrm>
            <a:off x="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319849" y="0"/>
                </a:moveTo>
                <a:lnTo>
                  <a:pt x="0" y="0"/>
                </a:lnTo>
                <a:lnTo>
                  <a:pt x="0" y="1592706"/>
                </a:lnTo>
                <a:lnTo>
                  <a:pt x="1478280" y="2493263"/>
                </a:lnTo>
                <a:lnTo>
                  <a:pt x="1478280" y="717549"/>
                </a:lnTo>
                <a:lnTo>
                  <a:pt x="31984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bg object 21"/>
          <p:cNvSpPr/>
          <p:nvPr/>
        </p:nvSpPr>
        <p:spPr>
          <a:xfrm>
            <a:off x="147816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bg object 22"/>
          <p:cNvSpPr/>
          <p:nvPr/>
        </p:nvSpPr>
        <p:spPr>
          <a:xfrm>
            <a:off x="313920" y="0"/>
            <a:ext cx="2328840" cy="721080"/>
          </a:xfrm>
          <a:custGeom>
            <a:avLst/>
            <a:gdLst>
              <a:gd name="textAreaLeft" fmla="*/ 0 w 2328840"/>
              <a:gd name="textAreaRight" fmla="*/ 2329200 w 232884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29180" h="721360">
                <a:moveTo>
                  <a:pt x="2328814" y="0"/>
                </a:moveTo>
                <a:lnTo>
                  <a:pt x="0" y="0"/>
                </a:lnTo>
                <a:lnTo>
                  <a:pt x="1164407" y="720851"/>
                </a:lnTo>
                <a:lnTo>
                  <a:pt x="23288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bg object 23"/>
          <p:cNvSpPr/>
          <p:nvPr/>
        </p:nvSpPr>
        <p:spPr>
          <a:xfrm>
            <a:off x="14781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bg object 24"/>
          <p:cNvSpPr/>
          <p:nvPr/>
        </p:nvSpPr>
        <p:spPr>
          <a:xfrm>
            <a:off x="6033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bg object 25"/>
          <p:cNvSpPr/>
          <p:nvPr/>
        </p:nvSpPr>
        <p:spPr>
          <a:xfrm>
            <a:off x="603360" y="693360"/>
            <a:ext cx="1751040" cy="10818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1330" h="1082039">
                <a:moveTo>
                  <a:pt x="875538" y="0"/>
                </a:moveTo>
                <a:lnTo>
                  <a:pt x="0" y="541019"/>
                </a:lnTo>
                <a:lnTo>
                  <a:pt x="875538" y="1082039"/>
                </a:lnTo>
                <a:lnTo>
                  <a:pt x="1751076" y="541019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bg object 26"/>
          <p:cNvSpPr/>
          <p:nvPr/>
        </p:nvSpPr>
        <p:spPr>
          <a:xfrm>
            <a:off x="29566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5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3" y="2493264"/>
                </a:lnTo>
                <a:lnTo>
                  <a:pt x="1479803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bg object 27"/>
          <p:cNvSpPr/>
          <p:nvPr/>
        </p:nvSpPr>
        <p:spPr>
          <a:xfrm>
            <a:off x="443628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bg object 28"/>
          <p:cNvSpPr/>
          <p:nvPr/>
        </p:nvSpPr>
        <p:spPr>
          <a:xfrm>
            <a:off x="32706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bg object 29"/>
          <p:cNvSpPr/>
          <p:nvPr/>
        </p:nvSpPr>
        <p:spPr>
          <a:xfrm>
            <a:off x="44362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bg object 30"/>
          <p:cNvSpPr/>
          <p:nvPr/>
        </p:nvSpPr>
        <p:spPr>
          <a:xfrm>
            <a:off x="35614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bg object 31"/>
          <p:cNvSpPr/>
          <p:nvPr/>
        </p:nvSpPr>
        <p:spPr>
          <a:xfrm>
            <a:off x="3561480" y="693360"/>
            <a:ext cx="1749600" cy="10818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0060" h="1082039">
                <a:moveTo>
                  <a:pt x="874776" y="0"/>
                </a:moveTo>
                <a:lnTo>
                  <a:pt x="0" y="541019"/>
                </a:lnTo>
                <a:lnTo>
                  <a:pt x="874776" y="1082039"/>
                </a:lnTo>
                <a:lnTo>
                  <a:pt x="1749552" y="541019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bg object 32"/>
          <p:cNvSpPr/>
          <p:nvPr/>
        </p:nvSpPr>
        <p:spPr>
          <a:xfrm>
            <a:off x="147816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80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bg object 33"/>
          <p:cNvSpPr/>
          <p:nvPr/>
        </p:nvSpPr>
        <p:spPr>
          <a:xfrm>
            <a:off x="2956680" y="1752480"/>
            <a:ext cx="1479960" cy="26895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80185" h="2689860">
                <a:moveTo>
                  <a:pt x="1479803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9803" y="1789811"/>
                </a:lnTo>
                <a:lnTo>
                  <a:pt x="1479803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bg object 34"/>
          <p:cNvSpPr/>
          <p:nvPr/>
        </p:nvSpPr>
        <p:spPr>
          <a:xfrm>
            <a:off x="1478160" y="841320"/>
            <a:ext cx="2958120" cy="182844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8465" h="1828800">
                <a:moveTo>
                  <a:pt x="1479042" y="0"/>
                </a:moveTo>
                <a:lnTo>
                  <a:pt x="0" y="914400"/>
                </a:lnTo>
                <a:lnTo>
                  <a:pt x="1479042" y="1828800"/>
                </a:lnTo>
                <a:lnTo>
                  <a:pt x="2958084" y="914400"/>
                </a:lnTo>
                <a:lnTo>
                  <a:pt x="1479042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bg object 35"/>
          <p:cNvSpPr/>
          <p:nvPr/>
        </p:nvSpPr>
        <p:spPr>
          <a:xfrm>
            <a:off x="295812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bg object 36"/>
          <p:cNvSpPr/>
          <p:nvPr/>
        </p:nvSpPr>
        <p:spPr>
          <a:xfrm>
            <a:off x="2081880" y="1592640"/>
            <a:ext cx="875880" cy="1592280"/>
          </a:xfrm>
          <a:custGeom>
            <a:avLst/>
            <a:gdLst>
              <a:gd name="textAreaLeft" fmla="*/ 0 w 875880"/>
              <a:gd name="textAreaRight" fmla="*/ 876240 w 87588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6300" h="1592580">
                <a:moveTo>
                  <a:pt x="876300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6300" y="1050798"/>
                </a:lnTo>
                <a:lnTo>
                  <a:pt x="87630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bg object 37"/>
          <p:cNvSpPr/>
          <p:nvPr/>
        </p:nvSpPr>
        <p:spPr>
          <a:xfrm>
            <a:off x="2081880" y="2642760"/>
            <a:ext cx="1751040" cy="10836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1329" h="1083945">
                <a:moveTo>
                  <a:pt x="875538" y="0"/>
                </a:moveTo>
                <a:lnTo>
                  <a:pt x="0" y="541782"/>
                </a:lnTo>
                <a:lnTo>
                  <a:pt x="875538" y="1083564"/>
                </a:lnTo>
                <a:lnTo>
                  <a:pt x="1751076" y="541782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bg object 38"/>
          <p:cNvSpPr/>
          <p:nvPr/>
        </p:nvSpPr>
        <p:spPr>
          <a:xfrm>
            <a:off x="443628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bg object 39"/>
          <p:cNvSpPr/>
          <p:nvPr/>
        </p:nvSpPr>
        <p:spPr>
          <a:xfrm>
            <a:off x="591480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1478279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8279" y="1789811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bg object 40"/>
          <p:cNvSpPr/>
          <p:nvPr/>
        </p:nvSpPr>
        <p:spPr>
          <a:xfrm>
            <a:off x="4436280" y="841320"/>
            <a:ext cx="2956320" cy="18284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6559" h="1828800">
                <a:moveTo>
                  <a:pt x="1478280" y="0"/>
                </a:moveTo>
                <a:lnTo>
                  <a:pt x="0" y="914400"/>
                </a:lnTo>
                <a:lnTo>
                  <a:pt x="1478280" y="1828800"/>
                </a:lnTo>
                <a:lnTo>
                  <a:pt x="2956560" y="914400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bg object 41"/>
          <p:cNvSpPr/>
          <p:nvPr/>
        </p:nvSpPr>
        <p:spPr>
          <a:xfrm>
            <a:off x="59148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bg object 42"/>
          <p:cNvSpPr/>
          <p:nvPr/>
        </p:nvSpPr>
        <p:spPr>
          <a:xfrm>
            <a:off x="50400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874776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4776" y="105079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bg object 43"/>
          <p:cNvSpPr/>
          <p:nvPr/>
        </p:nvSpPr>
        <p:spPr>
          <a:xfrm>
            <a:off x="5040000" y="2642760"/>
            <a:ext cx="1749600" cy="10836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0059" h="1083945">
                <a:moveTo>
                  <a:pt x="874776" y="0"/>
                </a:moveTo>
                <a:lnTo>
                  <a:pt x="0" y="541782"/>
                </a:lnTo>
                <a:lnTo>
                  <a:pt x="874776" y="1083564"/>
                </a:lnTo>
                <a:lnTo>
                  <a:pt x="1749552" y="541782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bg object 44"/>
          <p:cNvSpPr/>
          <p:nvPr/>
        </p:nvSpPr>
        <p:spPr>
          <a:xfrm>
            <a:off x="295668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0" y="0"/>
                </a:moveTo>
                <a:lnTo>
                  <a:pt x="0" y="169163"/>
                </a:lnTo>
                <a:lnTo>
                  <a:pt x="273558" y="169163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bg object 45"/>
          <p:cNvSpPr/>
          <p:nvPr/>
        </p:nvSpPr>
        <p:spPr>
          <a:xfrm>
            <a:off x="564120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273276" y="0"/>
                </a:moveTo>
                <a:lnTo>
                  <a:pt x="0" y="169163"/>
                </a:lnTo>
                <a:lnTo>
                  <a:pt x="273276" y="169163"/>
                </a:lnTo>
                <a:lnTo>
                  <a:pt x="2732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bg object 46"/>
          <p:cNvSpPr/>
          <p:nvPr/>
        </p:nvSpPr>
        <p:spPr>
          <a:xfrm>
            <a:off x="2956680" y="4061520"/>
            <a:ext cx="2958120" cy="108180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2958465" h="1082039">
                <a:moveTo>
                  <a:pt x="1479041" y="0"/>
                </a:moveTo>
                <a:lnTo>
                  <a:pt x="0" y="915161"/>
                </a:lnTo>
                <a:lnTo>
                  <a:pt x="269700" y="1082039"/>
                </a:lnTo>
                <a:lnTo>
                  <a:pt x="2688383" y="1082039"/>
                </a:lnTo>
                <a:lnTo>
                  <a:pt x="2958084" y="915161"/>
                </a:lnTo>
                <a:lnTo>
                  <a:pt x="1479041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bg object 47"/>
          <p:cNvSpPr/>
          <p:nvPr/>
        </p:nvSpPr>
        <p:spPr>
          <a:xfrm>
            <a:off x="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0" y="0"/>
                </a:moveTo>
                <a:lnTo>
                  <a:pt x="0" y="1716024"/>
                </a:lnTo>
                <a:lnTo>
                  <a:pt x="1478280" y="1716024"/>
                </a:lnTo>
                <a:lnTo>
                  <a:pt x="1478280" y="91508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bg object 48"/>
          <p:cNvSpPr/>
          <p:nvPr/>
        </p:nvSpPr>
        <p:spPr>
          <a:xfrm>
            <a:off x="147816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1478280" y="0"/>
                </a:moveTo>
                <a:lnTo>
                  <a:pt x="0" y="915085"/>
                </a:lnTo>
                <a:lnTo>
                  <a:pt x="0" y="1716024"/>
                </a:lnTo>
                <a:lnTo>
                  <a:pt x="1478280" y="1716024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bg object 49"/>
          <p:cNvSpPr/>
          <p:nvPr/>
        </p:nvSpPr>
        <p:spPr>
          <a:xfrm>
            <a:off x="0" y="2514600"/>
            <a:ext cx="2956320" cy="18302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30240"/>
              <a:gd name="textAreaBottom" fmla="*/ 1830600 h 1830240"/>
            </a:gdLst>
            <a:ahLst/>
            <a:rect l="textAreaLeft" t="textAreaTop" r="textAreaRight" b="textAreaBottom"/>
            <a:pathLst>
              <a:path w="2956560" h="1830704">
                <a:moveTo>
                  <a:pt x="1478280" y="0"/>
                </a:moveTo>
                <a:lnTo>
                  <a:pt x="0" y="915162"/>
                </a:lnTo>
                <a:lnTo>
                  <a:pt x="1478280" y="1830324"/>
                </a:lnTo>
                <a:lnTo>
                  <a:pt x="2956560" y="915162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372600" y="1334160"/>
            <a:ext cx="6258240" cy="191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6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A140DE-4F40-42C3-BAA5-BE101FFE1D98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bg object 17" hidden="1"/>
          <p:cNvSpPr/>
          <p:nvPr/>
        </p:nvSpPr>
        <p:spPr>
          <a:xfrm>
            <a:off x="61858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4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4" y="2493264"/>
                </a:lnTo>
                <a:lnTo>
                  <a:pt x="1479804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bg object 18" hidden="1"/>
          <p:cNvSpPr/>
          <p:nvPr/>
        </p:nvSpPr>
        <p:spPr>
          <a:xfrm>
            <a:off x="766584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79" y="0"/>
                </a:moveTo>
                <a:lnTo>
                  <a:pt x="1158430" y="0"/>
                </a:lnTo>
                <a:lnTo>
                  <a:pt x="0" y="717549"/>
                </a:lnTo>
                <a:lnTo>
                  <a:pt x="0" y="2493263"/>
                </a:lnTo>
                <a:lnTo>
                  <a:pt x="1478279" y="1592706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bg object 19" hidden="1"/>
          <p:cNvSpPr/>
          <p:nvPr/>
        </p:nvSpPr>
        <p:spPr>
          <a:xfrm>
            <a:off x="64998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bg object 20" hidden="1"/>
          <p:cNvSpPr/>
          <p:nvPr/>
        </p:nvSpPr>
        <p:spPr>
          <a:xfrm>
            <a:off x="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319849" y="0"/>
                </a:moveTo>
                <a:lnTo>
                  <a:pt x="0" y="0"/>
                </a:lnTo>
                <a:lnTo>
                  <a:pt x="0" y="1592706"/>
                </a:lnTo>
                <a:lnTo>
                  <a:pt x="1478280" y="2493263"/>
                </a:lnTo>
                <a:lnTo>
                  <a:pt x="1478280" y="717549"/>
                </a:lnTo>
                <a:lnTo>
                  <a:pt x="31984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bg object 21" hidden="1"/>
          <p:cNvSpPr/>
          <p:nvPr/>
        </p:nvSpPr>
        <p:spPr>
          <a:xfrm>
            <a:off x="147816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bg object 22" hidden="1"/>
          <p:cNvSpPr/>
          <p:nvPr/>
        </p:nvSpPr>
        <p:spPr>
          <a:xfrm>
            <a:off x="313920" y="0"/>
            <a:ext cx="2328840" cy="721080"/>
          </a:xfrm>
          <a:custGeom>
            <a:avLst/>
            <a:gdLst>
              <a:gd name="textAreaLeft" fmla="*/ 0 w 2328840"/>
              <a:gd name="textAreaRight" fmla="*/ 2329200 w 232884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29180" h="721360">
                <a:moveTo>
                  <a:pt x="2328814" y="0"/>
                </a:moveTo>
                <a:lnTo>
                  <a:pt x="0" y="0"/>
                </a:lnTo>
                <a:lnTo>
                  <a:pt x="1164407" y="720851"/>
                </a:lnTo>
                <a:lnTo>
                  <a:pt x="23288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bg object 23" hidden="1"/>
          <p:cNvSpPr/>
          <p:nvPr/>
        </p:nvSpPr>
        <p:spPr>
          <a:xfrm>
            <a:off x="14781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bg object 24" hidden="1"/>
          <p:cNvSpPr/>
          <p:nvPr/>
        </p:nvSpPr>
        <p:spPr>
          <a:xfrm>
            <a:off x="6033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bg object 25" hidden="1"/>
          <p:cNvSpPr/>
          <p:nvPr/>
        </p:nvSpPr>
        <p:spPr>
          <a:xfrm>
            <a:off x="603360" y="693360"/>
            <a:ext cx="1751040" cy="10818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1330" h="1082039">
                <a:moveTo>
                  <a:pt x="875538" y="0"/>
                </a:moveTo>
                <a:lnTo>
                  <a:pt x="0" y="541019"/>
                </a:lnTo>
                <a:lnTo>
                  <a:pt x="875538" y="1082039"/>
                </a:lnTo>
                <a:lnTo>
                  <a:pt x="1751076" y="541019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bg object 26" hidden="1"/>
          <p:cNvSpPr/>
          <p:nvPr/>
        </p:nvSpPr>
        <p:spPr>
          <a:xfrm>
            <a:off x="29566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5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3" y="2493264"/>
                </a:lnTo>
                <a:lnTo>
                  <a:pt x="1479803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bg object 27" hidden="1"/>
          <p:cNvSpPr/>
          <p:nvPr/>
        </p:nvSpPr>
        <p:spPr>
          <a:xfrm>
            <a:off x="443628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bg object 28" hidden="1"/>
          <p:cNvSpPr/>
          <p:nvPr/>
        </p:nvSpPr>
        <p:spPr>
          <a:xfrm>
            <a:off x="32706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bg object 29" hidden="1"/>
          <p:cNvSpPr/>
          <p:nvPr/>
        </p:nvSpPr>
        <p:spPr>
          <a:xfrm>
            <a:off x="44362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bg object 30" hidden="1"/>
          <p:cNvSpPr/>
          <p:nvPr/>
        </p:nvSpPr>
        <p:spPr>
          <a:xfrm>
            <a:off x="35614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bg object 31" hidden="1"/>
          <p:cNvSpPr/>
          <p:nvPr/>
        </p:nvSpPr>
        <p:spPr>
          <a:xfrm>
            <a:off x="3561480" y="693360"/>
            <a:ext cx="1749600" cy="10818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0060" h="1082039">
                <a:moveTo>
                  <a:pt x="874776" y="0"/>
                </a:moveTo>
                <a:lnTo>
                  <a:pt x="0" y="541019"/>
                </a:lnTo>
                <a:lnTo>
                  <a:pt x="874776" y="1082039"/>
                </a:lnTo>
                <a:lnTo>
                  <a:pt x="1749552" y="541019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bg object 32" hidden="1"/>
          <p:cNvSpPr/>
          <p:nvPr/>
        </p:nvSpPr>
        <p:spPr>
          <a:xfrm>
            <a:off x="147816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80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bg object 33" hidden="1"/>
          <p:cNvSpPr/>
          <p:nvPr/>
        </p:nvSpPr>
        <p:spPr>
          <a:xfrm>
            <a:off x="2956680" y="1752480"/>
            <a:ext cx="1479960" cy="26895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80185" h="2689860">
                <a:moveTo>
                  <a:pt x="1479803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9803" y="1789811"/>
                </a:lnTo>
                <a:lnTo>
                  <a:pt x="1479803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bg object 34" hidden="1"/>
          <p:cNvSpPr/>
          <p:nvPr/>
        </p:nvSpPr>
        <p:spPr>
          <a:xfrm>
            <a:off x="1478160" y="841320"/>
            <a:ext cx="2958120" cy="182844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8465" h="1828800">
                <a:moveTo>
                  <a:pt x="1479042" y="0"/>
                </a:moveTo>
                <a:lnTo>
                  <a:pt x="0" y="914400"/>
                </a:lnTo>
                <a:lnTo>
                  <a:pt x="1479042" y="1828800"/>
                </a:lnTo>
                <a:lnTo>
                  <a:pt x="2958084" y="914400"/>
                </a:lnTo>
                <a:lnTo>
                  <a:pt x="1479042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bg object 35" hidden="1"/>
          <p:cNvSpPr/>
          <p:nvPr/>
        </p:nvSpPr>
        <p:spPr>
          <a:xfrm>
            <a:off x="295812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bg object 36" hidden="1"/>
          <p:cNvSpPr/>
          <p:nvPr/>
        </p:nvSpPr>
        <p:spPr>
          <a:xfrm>
            <a:off x="2081880" y="1592640"/>
            <a:ext cx="875880" cy="1592280"/>
          </a:xfrm>
          <a:custGeom>
            <a:avLst/>
            <a:gdLst>
              <a:gd name="textAreaLeft" fmla="*/ 0 w 875880"/>
              <a:gd name="textAreaRight" fmla="*/ 876240 w 87588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6300" h="1592580">
                <a:moveTo>
                  <a:pt x="876300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6300" y="1050798"/>
                </a:lnTo>
                <a:lnTo>
                  <a:pt x="87630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bg object 37" hidden="1"/>
          <p:cNvSpPr/>
          <p:nvPr/>
        </p:nvSpPr>
        <p:spPr>
          <a:xfrm>
            <a:off x="2081880" y="2642760"/>
            <a:ext cx="1751040" cy="10836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1329" h="1083945">
                <a:moveTo>
                  <a:pt x="875538" y="0"/>
                </a:moveTo>
                <a:lnTo>
                  <a:pt x="0" y="541782"/>
                </a:lnTo>
                <a:lnTo>
                  <a:pt x="875538" y="1083564"/>
                </a:lnTo>
                <a:lnTo>
                  <a:pt x="1751076" y="541782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bg object 38" hidden="1"/>
          <p:cNvSpPr/>
          <p:nvPr/>
        </p:nvSpPr>
        <p:spPr>
          <a:xfrm>
            <a:off x="443628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bg object 39" hidden="1"/>
          <p:cNvSpPr/>
          <p:nvPr/>
        </p:nvSpPr>
        <p:spPr>
          <a:xfrm>
            <a:off x="591480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1478279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8279" y="1789811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bg object 40" hidden="1"/>
          <p:cNvSpPr/>
          <p:nvPr/>
        </p:nvSpPr>
        <p:spPr>
          <a:xfrm>
            <a:off x="4436280" y="841320"/>
            <a:ext cx="2956320" cy="18284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6559" h="1828800">
                <a:moveTo>
                  <a:pt x="1478280" y="0"/>
                </a:moveTo>
                <a:lnTo>
                  <a:pt x="0" y="914400"/>
                </a:lnTo>
                <a:lnTo>
                  <a:pt x="1478280" y="1828800"/>
                </a:lnTo>
                <a:lnTo>
                  <a:pt x="2956560" y="914400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bg object 41" hidden="1"/>
          <p:cNvSpPr/>
          <p:nvPr/>
        </p:nvSpPr>
        <p:spPr>
          <a:xfrm>
            <a:off x="59148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bg object 42" hidden="1"/>
          <p:cNvSpPr/>
          <p:nvPr/>
        </p:nvSpPr>
        <p:spPr>
          <a:xfrm>
            <a:off x="50400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874776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4776" y="105079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bg object 43" hidden="1"/>
          <p:cNvSpPr/>
          <p:nvPr/>
        </p:nvSpPr>
        <p:spPr>
          <a:xfrm>
            <a:off x="5040000" y="2642760"/>
            <a:ext cx="1749600" cy="10836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0059" h="1083945">
                <a:moveTo>
                  <a:pt x="874776" y="0"/>
                </a:moveTo>
                <a:lnTo>
                  <a:pt x="0" y="541782"/>
                </a:lnTo>
                <a:lnTo>
                  <a:pt x="874776" y="1083564"/>
                </a:lnTo>
                <a:lnTo>
                  <a:pt x="1749552" y="541782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bg object 44" hidden="1"/>
          <p:cNvSpPr/>
          <p:nvPr/>
        </p:nvSpPr>
        <p:spPr>
          <a:xfrm>
            <a:off x="295668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0" y="0"/>
                </a:moveTo>
                <a:lnTo>
                  <a:pt x="0" y="169163"/>
                </a:lnTo>
                <a:lnTo>
                  <a:pt x="273558" y="169163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bg object 45" hidden="1"/>
          <p:cNvSpPr/>
          <p:nvPr/>
        </p:nvSpPr>
        <p:spPr>
          <a:xfrm>
            <a:off x="564120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273276" y="0"/>
                </a:moveTo>
                <a:lnTo>
                  <a:pt x="0" y="169163"/>
                </a:lnTo>
                <a:lnTo>
                  <a:pt x="273276" y="169163"/>
                </a:lnTo>
                <a:lnTo>
                  <a:pt x="2732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bg object 46" hidden="1"/>
          <p:cNvSpPr/>
          <p:nvPr/>
        </p:nvSpPr>
        <p:spPr>
          <a:xfrm>
            <a:off x="2956680" y="4061520"/>
            <a:ext cx="2958120" cy="108180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2958465" h="1082039">
                <a:moveTo>
                  <a:pt x="1479041" y="0"/>
                </a:moveTo>
                <a:lnTo>
                  <a:pt x="0" y="915161"/>
                </a:lnTo>
                <a:lnTo>
                  <a:pt x="269700" y="1082039"/>
                </a:lnTo>
                <a:lnTo>
                  <a:pt x="2688383" y="1082039"/>
                </a:lnTo>
                <a:lnTo>
                  <a:pt x="2958084" y="915161"/>
                </a:lnTo>
                <a:lnTo>
                  <a:pt x="1479041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bg object 47" hidden="1"/>
          <p:cNvSpPr/>
          <p:nvPr/>
        </p:nvSpPr>
        <p:spPr>
          <a:xfrm>
            <a:off x="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0" y="0"/>
                </a:moveTo>
                <a:lnTo>
                  <a:pt x="0" y="1716024"/>
                </a:lnTo>
                <a:lnTo>
                  <a:pt x="1478280" y="1716024"/>
                </a:lnTo>
                <a:lnTo>
                  <a:pt x="1478280" y="91508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bg object 48" hidden="1"/>
          <p:cNvSpPr/>
          <p:nvPr/>
        </p:nvSpPr>
        <p:spPr>
          <a:xfrm>
            <a:off x="147816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1478280" y="0"/>
                </a:moveTo>
                <a:lnTo>
                  <a:pt x="0" y="915085"/>
                </a:lnTo>
                <a:lnTo>
                  <a:pt x="0" y="1716024"/>
                </a:lnTo>
                <a:lnTo>
                  <a:pt x="1478280" y="1716024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bg object 49" hidden="1"/>
          <p:cNvSpPr/>
          <p:nvPr/>
        </p:nvSpPr>
        <p:spPr>
          <a:xfrm>
            <a:off x="0" y="2514600"/>
            <a:ext cx="2956320" cy="18302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30240"/>
              <a:gd name="textAreaBottom" fmla="*/ 1830600 h 1830240"/>
            </a:gdLst>
            <a:ahLst/>
            <a:rect l="textAreaLeft" t="textAreaTop" r="textAreaRight" b="textAreaBottom"/>
            <a:pathLst>
              <a:path w="2956560" h="1830704">
                <a:moveTo>
                  <a:pt x="1478280" y="0"/>
                </a:moveTo>
                <a:lnTo>
                  <a:pt x="0" y="915162"/>
                </a:lnTo>
                <a:lnTo>
                  <a:pt x="1478280" y="1830324"/>
                </a:lnTo>
                <a:lnTo>
                  <a:pt x="2956560" y="915162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bg object 17"/>
          <p:cNvSpPr/>
          <p:nvPr/>
        </p:nvSpPr>
        <p:spPr>
          <a:xfrm>
            <a:off x="4572000" y="0"/>
            <a:ext cx="4571640" cy="5143320"/>
          </a:xfrm>
          <a:custGeom>
            <a:avLst/>
            <a:gdLst>
              <a:gd name="textAreaLeft" fmla="*/ 0 w 4571640"/>
              <a:gd name="textAreaRight" fmla="*/ 4572000 w 4571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bg object 18" descr=""/>
          <p:cNvPicPr/>
          <p:nvPr/>
        </p:nvPicPr>
        <p:blipFill>
          <a:blip r:embed="rId2"/>
          <a:stretch/>
        </p:blipFill>
        <p:spPr>
          <a:xfrm>
            <a:off x="5439240" y="4506480"/>
            <a:ext cx="2995920" cy="586440"/>
          </a:xfrm>
          <a:prstGeom prst="rect">
            <a:avLst/>
          </a:prstGeom>
          <a:ln w="0">
            <a:noFill/>
          </a:ln>
        </p:spPr>
      </p:pic>
      <p:sp>
        <p:nvSpPr>
          <p:cNvPr id="119" name="bg object 19"/>
          <p:cNvSpPr/>
          <p:nvPr/>
        </p:nvSpPr>
        <p:spPr>
          <a:xfrm>
            <a:off x="5486400" y="4530960"/>
            <a:ext cx="2901600" cy="492480"/>
          </a:xfrm>
          <a:custGeom>
            <a:avLst/>
            <a:gdLst>
              <a:gd name="textAreaLeft" fmla="*/ 0 w 2901600"/>
              <a:gd name="textAreaRight" fmla="*/ 2901960 w 2901600"/>
              <a:gd name="textAreaTop" fmla="*/ 0 h 492480"/>
              <a:gd name="textAreaBottom" fmla="*/ 492840 h 492480"/>
            </a:gdLst>
            <a:ahLst/>
            <a:rect l="textAreaLeft" t="textAreaTop" r="textAreaRight" b="textAreaBottom"/>
            <a:pathLst>
              <a:path w="2901950" h="492760">
                <a:moveTo>
                  <a:pt x="0" y="82042"/>
                </a:moveTo>
                <a:lnTo>
                  <a:pt x="6443" y="50106"/>
                </a:lnTo>
                <a:lnTo>
                  <a:pt x="24018" y="24028"/>
                </a:lnTo>
                <a:lnTo>
                  <a:pt x="50095" y="6446"/>
                </a:lnTo>
                <a:lnTo>
                  <a:pt x="82041" y="0"/>
                </a:lnTo>
                <a:lnTo>
                  <a:pt x="2819654" y="0"/>
                </a:lnTo>
                <a:lnTo>
                  <a:pt x="2851600" y="6446"/>
                </a:lnTo>
                <a:lnTo>
                  <a:pt x="2877677" y="24028"/>
                </a:lnTo>
                <a:lnTo>
                  <a:pt x="2895252" y="50106"/>
                </a:lnTo>
                <a:lnTo>
                  <a:pt x="2901696" y="82042"/>
                </a:lnTo>
                <a:lnTo>
                  <a:pt x="2901696" y="410210"/>
                </a:lnTo>
                <a:lnTo>
                  <a:pt x="2895252" y="442145"/>
                </a:lnTo>
                <a:lnTo>
                  <a:pt x="2877677" y="468223"/>
                </a:lnTo>
                <a:lnTo>
                  <a:pt x="2851600" y="485805"/>
                </a:lnTo>
                <a:lnTo>
                  <a:pt x="2819654" y="492252"/>
                </a:lnTo>
                <a:lnTo>
                  <a:pt x="82041" y="492252"/>
                </a:lnTo>
                <a:lnTo>
                  <a:pt x="50095" y="485805"/>
                </a:lnTo>
                <a:lnTo>
                  <a:pt x="24018" y="468223"/>
                </a:lnTo>
                <a:lnTo>
                  <a:pt x="6443" y="442145"/>
                </a:lnTo>
                <a:lnTo>
                  <a:pt x="0" y="410210"/>
                </a:lnTo>
                <a:lnTo>
                  <a:pt x="0" y="82042"/>
                </a:lnTo>
                <a:close/>
              </a:path>
            </a:pathLst>
          </a:custGeom>
          <a:noFill/>
          <a:ln w="9144">
            <a:solidFill>
              <a:srgbClr val="00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182960"/>
            <a:ext cx="3977280" cy="50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709160" y="1182960"/>
            <a:ext cx="3977280" cy="500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7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dt" idx="8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9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2E6424-B764-4189-A5D7-E396D5A97FA6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bg object 16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bg object 17"/>
          <p:cNvSpPr/>
          <p:nvPr/>
        </p:nvSpPr>
        <p:spPr>
          <a:xfrm>
            <a:off x="61858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4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4" y="2493264"/>
                </a:lnTo>
                <a:lnTo>
                  <a:pt x="1479804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bg object 18"/>
          <p:cNvSpPr/>
          <p:nvPr/>
        </p:nvSpPr>
        <p:spPr>
          <a:xfrm>
            <a:off x="766584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79" y="0"/>
                </a:moveTo>
                <a:lnTo>
                  <a:pt x="1158430" y="0"/>
                </a:lnTo>
                <a:lnTo>
                  <a:pt x="0" y="717549"/>
                </a:lnTo>
                <a:lnTo>
                  <a:pt x="0" y="2493263"/>
                </a:lnTo>
                <a:lnTo>
                  <a:pt x="1478279" y="1592706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bg object 19"/>
          <p:cNvSpPr/>
          <p:nvPr/>
        </p:nvSpPr>
        <p:spPr>
          <a:xfrm>
            <a:off x="64998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bg object 20"/>
          <p:cNvSpPr/>
          <p:nvPr/>
        </p:nvSpPr>
        <p:spPr>
          <a:xfrm>
            <a:off x="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319849" y="0"/>
                </a:moveTo>
                <a:lnTo>
                  <a:pt x="0" y="0"/>
                </a:lnTo>
                <a:lnTo>
                  <a:pt x="0" y="1592706"/>
                </a:lnTo>
                <a:lnTo>
                  <a:pt x="1478280" y="2493263"/>
                </a:lnTo>
                <a:lnTo>
                  <a:pt x="1478280" y="717549"/>
                </a:lnTo>
                <a:lnTo>
                  <a:pt x="31984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bg object 21"/>
          <p:cNvSpPr/>
          <p:nvPr/>
        </p:nvSpPr>
        <p:spPr>
          <a:xfrm>
            <a:off x="147816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bg object 22"/>
          <p:cNvSpPr/>
          <p:nvPr/>
        </p:nvSpPr>
        <p:spPr>
          <a:xfrm>
            <a:off x="313920" y="0"/>
            <a:ext cx="2328840" cy="721080"/>
          </a:xfrm>
          <a:custGeom>
            <a:avLst/>
            <a:gdLst>
              <a:gd name="textAreaLeft" fmla="*/ 0 w 2328840"/>
              <a:gd name="textAreaRight" fmla="*/ 2329200 w 232884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29180" h="721360">
                <a:moveTo>
                  <a:pt x="2328814" y="0"/>
                </a:moveTo>
                <a:lnTo>
                  <a:pt x="0" y="0"/>
                </a:lnTo>
                <a:lnTo>
                  <a:pt x="1164407" y="720851"/>
                </a:lnTo>
                <a:lnTo>
                  <a:pt x="23288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bg object 23"/>
          <p:cNvSpPr/>
          <p:nvPr/>
        </p:nvSpPr>
        <p:spPr>
          <a:xfrm>
            <a:off x="14781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bg object 24"/>
          <p:cNvSpPr/>
          <p:nvPr/>
        </p:nvSpPr>
        <p:spPr>
          <a:xfrm>
            <a:off x="6033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bg object 25"/>
          <p:cNvSpPr/>
          <p:nvPr/>
        </p:nvSpPr>
        <p:spPr>
          <a:xfrm>
            <a:off x="603360" y="693360"/>
            <a:ext cx="1751040" cy="10818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1330" h="1082039">
                <a:moveTo>
                  <a:pt x="875538" y="0"/>
                </a:moveTo>
                <a:lnTo>
                  <a:pt x="0" y="541019"/>
                </a:lnTo>
                <a:lnTo>
                  <a:pt x="875538" y="1082039"/>
                </a:lnTo>
                <a:lnTo>
                  <a:pt x="1751076" y="541019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bg object 26"/>
          <p:cNvSpPr/>
          <p:nvPr/>
        </p:nvSpPr>
        <p:spPr>
          <a:xfrm>
            <a:off x="29566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5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3" y="2493264"/>
                </a:lnTo>
                <a:lnTo>
                  <a:pt x="1479803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bg object 27"/>
          <p:cNvSpPr/>
          <p:nvPr/>
        </p:nvSpPr>
        <p:spPr>
          <a:xfrm>
            <a:off x="443628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bg object 28"/>
          <p:cNvSpPr/>
          <p:nvPr/>
        </p:nvSpPr>
        <p:spPr>
          <a:xfrm>
            <a:off x="32706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bg object 29"/>
          <p:cNvSpPr/>
          <p:nvPr/>
        </p:nvSpPr>
        <p:spPr>
          <a:xfrm>
            <a:off x="44362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bg object 30"/>
          <p:cNvSpPr/>
          <p:nvPr/>
        </p:nvSpPr>
        <p:spPr>
          <a:xfrm>
            <a:off x="35614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bg object 31"/>
          <p:cNvSpPr/>
          <p:nvPr/>
        </p:nvSpPr>
        <p:spPr>
          <a:xfrm>
            <a:off x="3561480" y="693360"/>
            <a:ext cx="1749600" cy="10818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0060" h="1082039">
                <a:moveTo>
                  <a:pt x="874776" y="0"/>
                </a:moveTo>
                <a:lnTo>
                  <a:pt x="0" y="541019"/>
                </a:lnTo>
                <a:lnTo>
                  <a:pt x="874776" y="1082039"/>
                </a:lnTo>
                <a:lnTo>
                  <a:pt x="1749552" y="541019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bg object 32"/>
          <p:cNvSpPr/>
          <p:nvPr/>
        </p:nvSpPr>
        <p:spPr>
          <a:xfrm>
            <a:off x="147816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80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bg object 33"/>
          <p:cNvSpPr/>
          <p:nvPr/>
        </p:nvSpPr>
        <p:spPr>
          <a:xfrm>
            <a:off x="2956680" y="1752480"/>
            <a:ext cx="1479960" cy="26895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80185" h="2689860">
                <a:moveTo>
                  <a:pt x="1479803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9803" y="1789811"/>
                </a:lnTo>
                <a:lnTo>
                  <a:pt x="1479803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bg object 34"/>
          <p:cNvSpPr/>
          <p:nvPr/>
        </p:nvSpPr>
        <p:spPr>
          <a:xfrm>
            <a:off x="1478160" y="841320"/>
            <a:ext cx="2958120" cy="182844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8465" h="1828800">
                <a:moveTo>
                  <a:pt x="1479042" y="0"/>
                </a:moveTo>
                <a:lnTo>
                  <a:pt x="0" y="914400"/>
                </a:lnTo>
                <a:lnTo>
                  <a:pt x="1479042" y="1828800"/>
                </a:lnTo>
                <a:lnTo>
                  <a:pt x="2958084" y="914400"/>
                </a:lnTo>
                <a:lnTo>
                  <a:pt x="1479042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bg object 35"/>
          <p:cNvSpPr/>
          <p:nvPr/>
        </p:nvSpPr>
        <p:spPr>
          <a:xfrm>
            <a:off x="295812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bg object 36"/>
          <p:cNvSpPr/>
          <p:nvPr/>
        </p:nvSpPr>
        <p:spPr>
          <a:xfrm>
            <a:off x="2081880" y="1592640"/>
            <a:ext cx="875880" cy="1592280"/>
          </a:xfrm>
          <a:custGeom>
            <a:avLst/>
            <a:gdLst>
              <a:gd name="textAreaLeft" fmla="*/ 0 w 875880"/>
              <a:gd name="textAreaRight" fmla="*/ 876240 w 87588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6300" h="1592580">
                <a:moveTo>
                  <a:pt x="876300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6300" y="1050798"/>
                </a:lnTo>
                <a:lnTo>
                  <a:pt x="87630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bg object 37"/>
          <p:cNvSpPr/>
          <p:nvPr/>
        </p:nvSpPr>
        <p:spPr>
          <a:xfrm>
            <a:off x="2081880" y="2642760"/>
            <a:ext cx="1751040" cy="10836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1329" h="1083945">
                <a:moveTo>
                  <a:pt x="875538" y="0"/>
                </a:moveTo>
                <a:lnTo>
                  <a:pt x="0" y="541782"/>
                </a:lnTo>
                <a:lnTo>
                  <a:pt x="875538" y="1083564"/>
                </a:lnTo>
                <a:lnTo>
                  <a:pt x="1751076" y="541782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bg object 38"/>
          <p:cNvSpPr/>
          <p:nvPr/>
        </p:nvSpPr>
        <p:spPr>
          <a:xfrm>
            <a:off x="443628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bg object 39"/>
          <p:cNvSpPr/>
          <p:nvPr/>
        </p:nvSpPr>
        <p:spPr>
          <a:xfrm>
            <a:off x="591480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1478279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8279" y="1789811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bg object 40"/>
          <p:cNvSpPr/>
          <p:nvPr/>
        </p:nvSpPr>
        <p:spPr>
          <a:xfrm>
            <a:off x="4436280" y="841320"/>
            <a:ext cx="2956320" cy="18284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6559" h="1828800">
                <a:moveTo>
                  <a:pt x="1478280" y="0"/>
                </a:moveTo>
                <a:lnTo>
                  <a:pt x="0" y="914400"/>
                </a:lnTo>
                <a:lnTo>
                  <a:pt x="1478280" y="1828800"/>
                </a:lnTo>
                <a:lnTo>
                  <a:pt x="2956560" y="914400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bg object 41"/>
          <p:cNvSpPr/>
          <p:nvPr/>
        </p:nvSpPr>
        <p:spPr>
          <a:xfrm>
            <a:off x="59148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bg object 42"/>
          <p:cNvSpPr/>
          <p:nvPr/>
        </p:nvSpPr>
        <p:spPr>
          <a:xfrm>
            <a:off x="50400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874776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4776" y="105079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bg object 43"/>
          <p:cNvSpPr/>
          <p:nvPr/>
        </p:nvSpPr>
        <p:spPr>
          <a:xfrm>
            <a:off x="5040000" y="2642760"/>
            <a:ext cx="1749600" cy="10836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0059" h="1083945">
                <a:moveTo>
                  <a:pt x="874776" y="0"/>
                </a:moveTo>
                <a:lnTo>
                  <a:pt x="0" y="541782"/>
                </a:lnTo>
                <a:lnTo>
                  <a:pt x="874776" y="1083564"/>
                </a:lnTo>
                <a:lnTo>
                  <a:pt x="1749552" y="541782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bg object 44"/>
          <p:cNvSpPr/>
          <p:nvPr/>
        </p:nvSpPr>
        <p:spPr>
          <a:xfrm>
            <a:off x="295668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0" y="0"/>
                </a:moveTo>
                <a:lnTo>
                  <a:pt x="0" y="169163"/>
                </a:lnTo>
                <a:lnTo>
                  <a:pt x="273558" y="169163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bg object 45"/>
          <p:cNvSpPr/>
          <p:nvPr/>
        </p:nvSpPr>
        <p:spPr>
          <a:xfrm>
            <a:off x="564120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273276" y="0"/>
                </a:moveTo>
                <a:lnTo>
                  <a:pt x="0" y="169163"/>
                </a:lnTo>
                <a:lnTo>
                  <a:pt x="273276" y="169163"/>
                </a:lnTo>
                <a:lnTo>
                  <a:pt x="2732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bg object 46"/>
          <p:cNvSpPr/>
          <p:nvPr/>
        </p:nvSpPr>
        <p:spPr>
          <a:xfrm>
            <a:off x="2956680" y="4061520"/>
            <a:ext cx="2958120" cy="108180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2958465" h="1082039">
                <a:moveTo>
                  <a:pt x="1479041" y="0"/>
                </a:moveTo>
                <a:lnTo>
                  <a:pt x="0" y="915161"/>
                </a:lnTo>
                <a:lnTo>
                  <a:pt x="269700" y="1082039"/>
                </a:lnTo>
                <a:lnTo>
                  <a:pt x="2688383" y="1082039"/>
                </a:lnTo>
                <a:lnTo>
                  <a:pt x="2958084" y="915161"/>
                </a:lnTo>
                <a:lnTo>
                  <a:pt x="1479041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bg object 47"/>
          <p:cNvSpPr/>
          <p:nvPr/>
        </p:nvSpPr>
        <p:spPr>
          <a:xfrm>
            <a:off x="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0" y="0"/>
                </a:moveTo>
                <a:lnTo>
                  <a:pt x="0" y="1716024"/>
                </a:lnTo>
                <a:lnTo>
                  <a:pt x="1478280" y="1716024"/>
                </a:lnTo>
                <a:lnTo>
                  <a:pt x="1478280" y="91508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bg object 48"/>
          <p:cNvSpPr/>
          <p:nvPr/>
        </p:nvSpPr>
        <p:spPr>
          <a:xfrm>
            <a:off x="147816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1478280" y="0"/>
                </a:moveTo>
                <a:lnTo>
                  <a:pt x="0" y="915085"/>
                </a:lnTo>
                <a:lnTo>
                  <a:pt x="0" y="1716024"/>
                </a:lnTo>
                <a:lnTo>
                  <a:pt x="1478280" y="1716024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bg object 49"/>
          <p:cNvSpPr/>
          <p:nvPr/>
        </p:nvSpPr>
        <p:spPr>
          <a:xfrm>
            <a:off x="0" y="2514600"/>
            <a:ext cx="2956320" cy="18302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30240"/>
              <a:gd name="textAreaBottom" fmla="*/ 1830600 h 1830240"/>
            </a:gdLst>
            <a:ahLst/>
            <a:rect l="textAreaLeft" t="textAreaTop" r="textAreaRight" b="textAreaBottom"/>
            <a:pathLst>
              <a:path w="2956560" h="1830704">
                <a:moveTo>
                  <a:pt x="1478280" y="0"/>
                </a:moveTo>
                <a:lnTo>
                  <a:pt x="0" y="915162"/>
                </a:lnTo>
                <a:lnTo>
                  <a:pt x="1478280" y="1830324"/>
                </a:lnTo>
                <a:lnTo>
                  <a:pt x="2956560" y="915162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87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ftr" idx="10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11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12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3CC828-03D7-4547-8CEB-3753E9E210E6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bg object 16" hidden="1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bg object 17" hidden="1"/>
          <p:cNvSpPr/>
          <p:nvPr/>
        </p:nvSpPr>
        <p:spPr>
          <a:xfrm>
            <a:off x="61858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4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4" y="2493264"/>
                </a:lnTo>
                <a:lnTo>
                  <a:pt x="1479804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bg object 18" hidden="1"/>
          <p:cNvSpPr/>
          <p:nvPr/>
        </p:nvSpPr>
        <p:spPr>
          <a:xfrm>
            <a:off x="766584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79" y="0"/>
                </a:moveTo>
                <a:lnTo>
                  <a:pt x="1158430" y="0"/>
                </a:lnTo>
                <a:lnTo>
                  <a:pt x="0" y="717549"/>
                </a:lnTo>
                <a:lnTo>
                  <a:pt x="0" y="2493263"/>
                </a:lnTo>
                <a:lnTo>
                  <a:pt x="1478279" y="1592706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bg object 19" hidden="1"/>
          <p:cNvSpPr/>
          <p:nvPr/>
        </p:nvSpPr>
        <p:spPr>
          <a:xfrm>
            <a:off x="64998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bg object 20" hidden="1"/>
          <p:cNvSpPr/>
          <p:nvPr/>
        </p:nvSpPr>
        <p:spPr>
          <a:xfrm>
            <a:off x="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319849" y="0"/>
                </a:moveTo>
                <a:lnTo>
                  <a:pt x="0" y="0"/>
                </a:lnTo>
                <a:lnTo>
                  <a:pt x="0" y="1592706"/>
                </a:lnTo>
                <a:lnTo>
                  <a:pt x="1478280" y="2493263"/>
                </a:lnTo>
                <a:lnTo>
                  <a:pt x="1478280" y="717549"/>
                </a:lnTo>
                <a:lnTo>
                  <a:pt x="31984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bg object 21" hidden="1"/>
          <p:cNvSpPr/>
          <p:nvPr/>
        </p:nvSpPr>
        <p:spPr>
          <a:xfrm>
            <a:off x="147816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80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bg object 22" hidden="1"/>
          <p:cNvSpPr/>
          <p:nvPr/>
        </p:nvSpPr>
        <p:spPr>
          <a:xfrm>
            <a:off x="313920" y="0"/>
            <a:ext cx="2328840" cy="721080"/>
          </a:xfrm>
          <a:custGeom>
            <a:avLst/>
            <a:gdLst>
              <a:gd name="textAreaLeft" fmla="*/ 0 w 2328840"/>
              <a:gd name="textAreaRight" fmla="*/ 2329200 w 232884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29180" h="721360">
                <a:moveTo>
                  <a:pt x="2328814" y="0"/>
                </a:moveTo>
                <a:lnTo>
                  <a:pt x="0" y="0"/>
                </a:lnTo>
                <a:lnTo>
                  <a:pt x="1164407" y="720851"/>
                </a:lnTo>
                <a:lnTo>
                  <a:pt x="23288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bg object 23" hidden="1"/>
          <p:cNvSpPr/>
          <p:nvPr/>
        </p:nvSpPr>
        <p:spPr>
          <a:xfrm>
            <a:off x="14781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bg object 24" hidden="1"/>
          <p:cNvSpPr/>
          <p:nvPr/>
        </p:nvSpPr>
        <p:spPr>
          <a:xfrm>
            <a:off x="60336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30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bg object 25" hidden="1"/>
          <p:cNvSpPr/>
          <p:nvPr/>
        </p:nvSpPr>
        <p:spPr>
          <a:xfrm>
            <a:off x="603360" y="693360"/>
            <a:ext cx="1751040" cy="10818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1330" h="1082039">
                <a:moveTo>
                  <a:pt x="875538" y="0"/>
                </a:moveTo>
                <a:lnTo>
                  <a:pt x="0" y="541019"/>
                </a:lnTo>
                <a:lnTo>
                  <a:pt x="875538" y="1082039"/>
                </a:lnTo>
                <a:lnTo>
                  <a:pt x="1751076" y="541019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bg object 26" hidden="1"/>
          <p:cNvSpPr/>
          <p:nvPr/>
        </p:nvSpPr>
        <p:spPr>
          <a:xfrm>
            <a:off x="2956680" y="0"/>
            <a:ext cx="1479960" cy="24933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80185" h="2493645">
                <a:moveTo>
                  <a:pt x="320179" y="0"/>
                </a:moveTo>
                <a:lnTo>
                  <a:pt x="0" y="0"/>
                </a:lnTo>
                <a:lnTo>
                  <a:pt x="0" y="1592707"/>
                </a:lnTo>
                <a:lnTo>
                  <a:pt x="1479803" y="2493264"/>
                </a:lnTo>
                <a:lnTo>
                  <a:pt x="1479803" y="717550"/>
                </a:lnTo>
                <a:lnTo>
                  <a:pt x="32017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bg object 27" hidden="1"/>
          <p:cNvSpPr/>
          <p:nvPr/>
        </p:nvSpPr>
        <p:spPr>
          <a:xfrm>
            <a:off x="4436280" y="0"/>
            <a:ext cx="1477800" cy="24933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493360"/>
              <a:gd name="textAreaBottom" fmla="*/ 2493720 h 2493360"/>
            </a:gdLst>
            <a:ahLst/>
            <a:rect l="textAreaLeft" t="textAreaTop" r="textAreaRight" b="textAreaBottom"/>
            <a:pathLst>
              <a:path w="1478279" h="2493645">
                <a:moveTo>
                  <a:pt x="1478280" y="0"/>
                </a:moveTo>
                <a:lnTo>
                  <a:pt x="1158430" y="0"/>
                </a:lnTo>
                <a:lnTo>
                  <a:pt x="0" y="717550"/>
                </a:lnTo>
                <a:lnTo>
                  <a:pt x="0" y="2493264"/>
                </a:lnTo>
                <a:lnTo>
                  <a:pt x="1478280" y="1592707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bg object 28" hidden="1"/>
          <p:cNvSpPr/>
          <p:nvPr/>
        </p:nvSpPr>
        <p:spPr>
          <a:xfrm>
            <a:off x="3270600" y="0"/>
            <a:ext cx="2329920" cy="721080"/>
          </a:xfrm>
          <a:custGeom>
            <a:avLst/>
            <a:gdLst>
              <a:gd name="textAreaLeft" fmla="*/ 0 w 2329920"/>
              <a:gd name="textAreaRight" fmla="*/ 2330280 w 2329920"/>
              <a:gd name="textAreaTop" fmla="*/ 0 h 721080"/>
              <a:gd name="textAreaBottom" fmla="*/ 721440 h 721080"/>
            </a:gdLst>
            <a:ahLst/>
            <a:rect l="textAreaLeft" t="textAreaTop" r="textAreaRight" b="textAreaBottom"/>
            <a:pathLst>
              <a:path w="2330450" h="721360">
                <a:moveTo>
                  <a:pt x="2330014" y="0"/>
                </a:moveTo>
                <a:lnTo>
                  <a:pt x="0" y="0"/>
                </a:lnTo>
                <a:lnTo>
                  <a:pt x="1165007" y="720851"/>
                </a:lnTo>
                <a:lnTo>
                  <a:pt x="2330014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bg object 29" hidden="1"/>
          <p:cNvSpPr/>
          <p:nvPr/>
        </p:nvSpPr>
        <p:spPr>
          <a:xfrm>
            <a:off x="44362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587909" y="0"/>
                </a:moveTo>
                <a:lnTo>
                  <a:pt x="0" y="0"/>
                </a:lnTo>
                <a:lnTo>
                  <a:pt x="0" y="692658"/>
                </a:lnTo>
                <a:lnTo>
                  <a:pt x="874776" y="1234439"/>
                </a:lnTo>
                <a:lnTo>
                  <a:pt x="874776" y="174751"/>
                </a:lnTo>
                <a:lnTo>
                  <a:pt x="587909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bg object 30" hidden="1"/>
          <p:cNvSpPr/>
          <p:nvPr/>
        </p:nvSpPr>
        <p:spPr>
          <a:xfrm>
            <a:off x="3561480" y="0"/>
            <a:ext cx="874800" cy="1234080"/>
          </a:xfrm>
          <a:custGeom>
            <a:avLst/>
            <a:gdLst>
              <a:gd name="textAreaLeft" fmla="*/ 0 w 874800"/>
              <a:gd name="textAreaRight" fmla="*/ 875160 w 874800"/>
              <a:gd name="textAreaTop" fmla="*/ 0 h 1234080"/>
              <a:gd name="textAreaBottom" fmla="*/ 1234440 h 1234080"/>
            </a:gdLst>
            <a:ahLst/>
            <a:rect l="textAreaLeft" t="textAreaTop" r="textAreaRight" b="textAreaBottom"/>
            <a:pathLst>
              <a:path w="875029" h="1234440">
                <a:moveTo>
                  <a:pt x="874776" y="0"/>
                </a:moveTo>
                <a:lnTo>
                  <a:pt x="286866" y="0"/>
                </a:lnTo>
                <a:lnTo>
                  <a:pt x="0" y="174751"/>
                </a:lnTo>
                <a:lnTo>
                  <a:pt x="0" y="1234439"/>
                </a:lnTo>
                <a:lnTo>
                  <a:pt x="874776" y="69265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bg object 31" hidden="1"/>
          <p:cNvSpPr/>
          <p:nvPr/>
        </p:nvSpPr>
        <p:spPr>
          <a:xfrm>
            <a:off x="3561480" y="693360"/>
            <a:ext cx="1749600" cy="10818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1750060" h="1082039">
                <a:moveTo>
                  <a:pt x="874776" y="0"/>
                </a:moveTo>
                <a:lnTo>
                  <a:pt x="0" y="541019"/>
                </a:lnTo>
                <a:lnTo>
                  <a:pt x="874776" y="1082039"/>
                </a:lnTo>
                <a:lnTo>
                  <a:pt x="1749552" y="541019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bg object 32" hidden="1"/>
          <p:cNvSpPr/>
          <p:nvPr/>
        </p:nvSpPr>
        <p:spPr>
          <a:xfrm>
            <a:off x="147816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80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bg object 33" hidden="1"/>
          <p:cNvSpPr/>
          <p:nvPr/>
        </p:nvSpPr>
        <p:spPr>
          <a:xfrm>
            <a:off x="2956680" y="1752480"/>
            <a:ext cx="1479960" cy="2689560"/>
          </a:xfrm>
          <a:custGeom>
            <a:avLst/>
            <a:gdLst>
              <a:gd name="textAreaLeft" fmla="*/ 0 w 1479960"/>
              <a:gd name="textAreaRight" fmla="*/ 1480320 w 147996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80185" h="2689860">
                <a:moveTo>
                  <a:pt x="1479803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9803" y="1789811"/>
                </a:lnTo>
                <a:lnTo>
                  <a:pt x="1479803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bg object 34" hidden="1"/>
          <p:cNvSpPr/>
          <p:nvPr/>
        </p:nvSpPr>
        <p:spPr>
          <a:xfrm>
            <a:off x="1478160" y="841320"/>
            <a:ext cx="2958120" cy="182844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8465" h="1828800">
                <a:moveTo>
                  <a:pt x="1479042" y="0"/>
                </a:moveTo>
                <a:lnTo>
                  <a:pt x="0" y="914400"/>
                </a:lnTo>
                <a:lnTo>
                  <a:pt x="1479042" y="1828800"/>
                </a:lnTo>
                <a:lnTo>
                  <a:pt x="2958084" y="914400"/>
                </a:lnTo>
                <a:lnTo>
                  <a:pt x="1479042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bg object 35" hidden="1"/>
          <p:cNvSpPr/>
          <p:nvPr/>
        </p:nvSpPr>
        <p:spPr>
          <a:xfrm>
            <a:off x="295812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bg object 36" hidden="1"/>
          <p:cNvSpPr/>
          <p:nvPr/>
        </p:nvSpPr>
        <p:spPr>
          <a:xfrm>
            <a:off x="2081880" y="1592640"/>
            <a:ext cx="875880" cy="1592280"/>
          </a:xfrm>
          <a:custGeom>
            <a:avLst/>
            <a:gdLst>
              <a:gd name="textAreaLeft" fmla="*/ 0 w 875880"/>
              <a:gd name="textAreaRight" fmla="*/ 876240 w 87588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6300" h="1592580">
                <a:moveTo>
                  <a:pt x="876300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6300" y="1050798"/>
                </a:lnTo>
                <a:lnTo>
                  <a:pt x="87630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bg object 37" hidden="1"/>
          <p:cNvSpPr/>
          <p:nvPr/>
        </p:nvSpPr>
        <p:spPr>
          <a:xfrm>
            <a:off x="2081880" y="2642760"/>
            <a:ext cx="1751040" cy="1083600"/>
          </a:xfrm>
          <a:custGeom>
            <a:avLst/>
            <a:gdLst>
              <a:gd name="textAreaLeft" fmla="*/ 0 w 1751040"/>
              <a:gd name="textAreaRight" fmla="*/ 1751400 w 175104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1329" h="1083945">
                <a:moveTo>
                  <a:pt x="875538" y="0"/>
                </a:moveTo>
                <a:lnTo>
                  <a:pt x="0" y="541782"/>
                </a:lnTo>
                <a:lnTo>
                  <a:pt x="875538" y="1083564"/>
                </a:lnTo>
                <a:lnTo>
                  <a:pt x="1751076" y="541782"/>
                </a:lnTo>
                <a:lnTo>
                  <a:pt x="875538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bg object 38" hidden="1"/>
          <p:cNvSpPr/>
          <p:nvPr/>
        </p:nvSpPr>
        <p:spPr>
          <a:xfrm>
            <a:off x="443628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0" y="0"/>
                </a:moveTo>
                <a:lnTo>
                  <a:pt x="0" y="1789811"/>
                </a:lnTo>
                <a:lnTo>
                  <a:pt x="1478280" y="2689860"/>
                </a:lnTo>
                <a:lnTo>
                  <a:pt x="1478280" y="91503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bg object 39" hidden="1"/>
          <p:cNvSpPr/>
          <p:nvPr/>
        </p:nvSpPr>
        <p:spPr>
          <a:xfrm>
            <a:off x="5914800" y="1752480"/>
            <a:ext cx="1477800" cy="268956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2689560"/>
              <a:gd name="textAreaBottom" fmla="*/ 2689920 h 2689560"/>
            </a:gdLst>
            <a:ahLst/>
            <a:rect l="textAreaLeft" t="textAreaTop" r="textAreaRight" b="textAreaBottom"/>
            <a:pathLst>
              <a:path w="1478279" h="2689860">
                <a:moveTo>
                  <a:pt x="1478279" y="0"/>
                </a:moveTo>
                <a:lnTo>
                  <a:pt x="0" y="915035"/>
                </a:lnTo>
                <a:lnTo>
                  <a:pt x="0" y="2689860"/>
                </a:lnTo>
                <a:lnTo>
                  <a:pt x="1478279" y="1789811"/>
                </a:lnTo>
                <a:lnTo>
                  <a:pt x="1478279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bg object 40" hidden="1"/>
          <p:cNvSpPr/>
          <p:nvPr/>
        </p:nvSpPr>
        <p:spPr>
          <a:xfrm>
            <a:off x="4436280" y="841320"/>
            <a:ext cx="2956320" cy="18284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28440"/>
              <a:gd name="textAreaBottom" fmla="*/ 1828800 h 1828440"/>
            </a:gdLst>
            <a:ahLst/>
            <a:rect l="textAreaLeft" t="textAreaTop" r="textAreaRight" b="textAreaBottom"/>
            <a:pathLst>
              <a:path w="2956559" h="1828800">
                <a:moveTo>
                  <a:pt x="1478280" y="0"/>
                </a:moveTo>
                <a:lnTo>
                  <a:pt x="0" y="914400"/>
                </a:lnTo>
                <a:lnTo>
                  <a:pt x="1478280" y="1828800"/>
                </a:lnTo>
                <a:lnTo>
                  <a:pt x="2956560" y="914400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bg object 41" hidden="1"/>
          <p:cNvSpPr/>
          <p:nvPr/>
        </p:nvSpPr>
        <p:spPr>
          <a:xfrm>
            <a:off x="59148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0" y="0"/>
                </a:moveTo>
                <a:lnTo>
                  <a:pt x="0" y="1050798"/>
                </a:lnTo>
                <a:lnTo>
                  <a:pt x="874776" y="1592580"/>
                </a:lnTo>
                <a:lnTo>
                  <a:pt x="874776" y="532892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bg object 42" hidden="1"/>
          <p:cNvSpPr/>
          <p:nvPr/>
        </p:nvSpPr>
        <p:spPr>
          <a:xfrm>
            <a:off x="5040000" y="1592640"/>
            <a:ext cx="874800" cy="1592280"/>
          </a:xfrm>
          <a:custGeom>
            <a:avLst/>
            <a:gdLst>
              <a:gd name="textAreaLeft" fmla="*/ 0 w 874800"/>
              <a:gd name="textAreaRight" fmla="*/ 875160 w 874800"/>
              <a:gd name="textAreaTop" fmla="*/ 0 h 1592280"/>
              <a:gd name="textAreaBottom" fmla="*/ 1592640 h 1592280"/>
            </a:gdLst>
            <a:ahLst/>
            <a:rect l="textAreaLeft" t="textAreaTop" r="textAreaRight" b="textAreaBottom"/>
            <a:pathLst>
              <a:path w="875029" h="1592580">
                <a:moveTo>
                  <a:pt x="874776" y="0"/>
                </a:moveTo>
                <a:lnTo>
                  <a:pt x="0" y="532892"/>
                </a:lnTo>
                <a:lnTo>
                  <a:pt x="0" y="1592580"/>
                </a:lnTo>
                <a:lnTo>
                  <a:pt x="874776" y="1050798"/>
                </a:lnTo>
                <a:lnTo>
                  <a:pt x="8747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bg object 43" hidden="1"/>
          <p:cNvSpPr/>
          <p:nvPr/>
        </p:nvSpPr>
        <p:spPr>
          <a:xfrm>
            <a:off x="5040000" y="2642760"/>
            <a:ext cx="1749600" cy="108360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083600"/>
              <a:gd name="textAreaBottom" fmla="*/ 1083960 h 1083600"/>
            </a:gdLst>
            <a:ahLst/>
            <a:rect l="textAreaLeft" t="textAreaTop" r="textAreaRight" b="textAreaBottom"/>
            <a:pathLst>
              <a:path w="1750059" h="1083945">
                <a:moveTo>
                  <a:pt x="874776" y="0"/>
                </a:moveTo>
                <a:lnTo>
                  <a:pt x="0" y="541782"/>
                </a:lnTo>
                <a:lnTo>
                  <a:pt x="874776" y="1083564"/>
                </a:lnTo>
                <a:lnTo>
                  <a:pt x="1749552" y="541782"/>
                </a:lnTo>
                <a:lnTo>
                  <a:pt x="874776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bg object 44" hidden="1"/>
          <p:cNvSpPr/>
          <p:nvPr/>
        </p:nvSpPr>
        <p:spPr>
          <a:xfrm>
            <a:off x="295668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0" y="0"/>
                </a:moveTo>
                <a:lnTo>
                  <a:pt x="0" y="169163"/>
                </a:lnTo>
                <a:lnTo>
                  <a:pt x="273558" y="169163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bg object 45" hidden="1"/>
          <p:cNvSpPr/>
          <p:nvPr/>
        </p:nvSpPr>
        <p:spPr>
          <a:xfrm>
            <a:off x="5641200" y="4974480"/>
            <a:ext cx="273240" cy="169200"/>
          </a:xfrm>
          <a:custGeom>
            <a:avLst/>
            <a:gdLst>
              <a:gd name="textAreaLeft" fmla="*/ 0 w 273240"/>
              <a:gd name="textAreaRight" fmla="*/ 273600 w 273240"/>
              <a:gd name="textAreaTop" fmla="*/ 0 h 169200"/>
              <a:gd name="textAreaBottom" fmla="*/ 169560 h 169200"/>
            </a:gdLst>
            <a:ahLst/>
            <a:rect l="textAreaLeft" t="textAreaTop" r="textAreaRight" b="textAreaBottom"/>
            <a:pathLst>
              <a:path w="273685" h="169545">
                <a:moveTo>
                  <a:pt x="273276" y="0"/>
                </a:moveTo>
                <a:lnTo>
                  <a:pt x="0" y="169163"/>
                </a:lnTo>
                <a:lnTo>
                  <a:pt x="273276" y="169163"/>
                </a:lnTo>
                <a:lnTo>
                  <a:pt x="273276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bg object 46" hidden="1"/>
          <p:cNvSpPr/>
          <p:nvPr/>
        </p:nvSpPr>
        <p:spPr>
          <a:xfrm>
            <a:off x="2956680" y="4061520"/>
            <a:ext cx="2958120" cy="1081800"/>
          </a:xfrm>
          <a:custGeom>
            <a:avLst/>
            <a:gdLst>
              <a:gd name="textAreaLeft" fmla="*/ 0 w 2958120"/>
              <a:gd name="textAreaRight" fmla="*/ 2958480 w 2958120"/>
              <a:gd name="textAreaTop" fmla="*/ 0 h 1081800"/>
              <a:gd name="textAreaBottom" fmla="*/ 1082160 h 1081800"/>
            </a:gdLst>
            <a:ahLst/>
            <a:rect l="textAreaLeft" t="textAreaTop" r="textAreaRight" b="textAreaBottom"/>
            <a:pathLst>
              <a:path w="2958465" h="1082039">
                <a:moveTo>
                  <a:pt x="1479041" y="0"/>
                </a:moveTo>
                <a:lnTo>
                  <a:pt x="0" y="915161"/>
                </a:lnTo>
                <a:lnTo>
                  <a:pt x="269700" y="1082039"/>
                </a:lnTo>
                <a:lnTo>
                  <a:pt x="2688383" y="1082039"/>
                </a:lnTo>
                <a:lnTo>
                  <a:pt x="2958084" y="915161"/>
                </a:lnTo>
                <a:lnTo>
                  <a:pt x="1479041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bg object 47" hidden="1"/>
          <p:cNvSpPr/>
          <p:nvPr/>
        </p:nvSpPr>
        <p:spPr>
          <a:xfrm>
            <a:off x="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0" y="0"/>
                </a:moveTo>
                <a:lnTo>
                  <a:pt x="0" y="1716024"/>
                </a:lnTo>
                <a:lnTo>
                  <a:pt x="1478280" y="1716024"/>
                </a:lnTo>
                <a:lnTo>
                  <a:pt x="1478280" y="915085"/>
                </a:lnTo>
                <a:lnTo>
                  <a:pt x="0" y="0"/>
                </a:lnTo>
                <a:close/>
              </a:path>
            </a:pathLst>
          </a:custGeom>
          <a:solidFill>
            <a:srgbClr val="1330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bg object 48" hidden="1"/>
          <p:cNvSpPr/>
          <p:nvPr/>
        </p:nvSpPr>
        <p:spPr>
          <a:xfrm>
            <a:off x="1478160" y="3427560"/>
            <a:ext cx="1477800" cy="1716120"/>
          </a:xfrm>
          <a:custGeom>
            <a:avLst/>
            <a:gdLst>
              <a:gd name="textAreaLeft" fmla="*/ 0 w 1477800"/>
              <a:gd name="textAreaRight" fmla="*/ 1478160 w 1477800"/>
              <a:gd name="textAreaTop" fmla="*/ 0 h 1716120"/>
              <a:gd name="textAreaBottom" fmla="*/ 1716480 h 1716120"/>
            </a:gdLst>
            <a:ahLst/>
            <a:rect l="textAreaLeft" t="textAreaTop" r="textAreaRight" b="textAreaBottom"/>
            <a:pathLst>
              <a:path w="1478280" h="1716404">
                <a:moveTo>
                  <a:pt x="1478280" y="0"/>
                </a:moveTo>
                <a:lnTo>
                  <a:pt x="0" y="915085"/>
                </a:lnTo>
                <a:lnTo>
                  <a:pt x="0" y="1716024"/>
                </a:lnTo>
                <a:lnTo>
                  <a:pt x="1478280" y="1716024"/>
                </a:lnTo>
                <a:lnTo>
                  <a:pt x="1478280" y="0"/>
                </a:lnTo>
                <a:close/>
              </a:path>
            </a:pathLst>
          </a:custGeom>
          <a:solidFill>
            <a:srgbClr val="1c38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bg object 49" hidden="1"/>
          <p:cNvSpPr/>
          <p:nvPr/>
        </p:nvSpPr>
        <p:spPr>
          <a:xfrm>
            <a:off x="0" y="2514600"/>
            <a:ext cx="2956320" cy="1830240"/>
          </a:xfrm>
          <a:custGeom>
            <a:avLst/>
            <a:gdLst>
              <a:gd name="textAreaLeft" fmla="*/ 0 w 2956320"/>
              <a:gd name="textAreaRight" fmla="*/ 2956680 w 2956320"/>
              <a:gd name="textAreaTop" fmla="*/ 0 h 1830240"/>
              <a:gd name="textAreaBottom" fmla="*/ 1830600 h 1830240"/>
            </a:gdLst>
            <a:ahLst/>
            <a:rect l="textAreaLeft" t="textAreaTop" r="textAreaRight" b="textAreaBottom"/>
            <a:pathLst>
              <a:path w="2956560" h="1830704">
                <a:moveTo>
                  <a:pt x="1478280" y="0"/>
                </a:moveTo>
                <a:lnTo>
                  <a:pt x="0" y="915162"/>
                </a:lnTo>
                <a:lnTo>
                  <a:pt x="1478280" y="1830324"/>
                </a:lnTo>
                <a:lnTo>
                  <a:pt x="2956560" y="915162"/>
                </a:lnTo>
                <a:lnTo>
                  <a:pt x="1478280" y="0"/>
                </a:lnTo>
                <a:close/>
              </a:path>
            </a:pathLst>
          </a:custGeom>
          <a:solidFill>
            <a:srgbClr val="0e2c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ftr" idx="13"/>
          </p:nvPr>
        </p:nvSpPr>
        <p:spPr>
          <a:xfrm>
            <a:off x="3108960" y="4783320"/>
            <a:ext cx="292572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dt" idx="14"/>
          </p:nvPr>
        </p:nvSpPr>
        <p:spPr>
          <a:xfrm>
            <a:off x="45720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5"/>
          </p:nvPr>
        </p:nvSpPr>
        <p:spPr>
          <a:xfrm>
            <a:off x="6583680" y="4783320"/>
            <a:ext cx="21027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F7B226-B18B-4E95-801B-FDB5E4299089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4.png"/><Relationship Id="rId15" Type="http://schemas.openxmlformats.org/officeDocument/2006/relationships/image" Target="../media/image14.png"/><Relationship Id="rId16" Type="http://schemas.openxmlformats.org/officeDocument/2006/relationships/image" Target="../media/image14.png"/><Relationship Id="rId17" Type="http://schemas.openxmlformats.org/officeDocument/2006/relationships/image" Target="../media/image14.png"/><Relationship Id="rId18" Type="http://schemas.openxmlformats.org/officeDocument/2006/relationships/image" Target="../media/image15.png"/><Relationship Id="rId19" Type="http://schemas.openxmlformats.org/officeDocument/2006/relationships/image" Target="../media/image16.png"/><Relationship Id="rId20" Type="http://schemas.openxmlformats.org/officeDocument/2006/relationships/image" Target="../media/image16.png"/><Relationship Id="rId21" Type="http://schemas.openxmlformats.org/officeDocument/2006/relationships/image" Target="../media/image16.png"/><Relationship Id="rId22" Type="http://schemas.openxmlformats.org/officeDocument/2006/relationships/image" Target="../media/image16.png"/><Relationship Id="rId2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github.com/docker/compose/releases/download/v5.0.2/docker-compose-linux-x86_64" TargetMode="External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1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1" name="object 3"/>
          <p:cNvGrpSpPr/>
          <p:nvPr/>
        </p:nvGrpSpPr>
        <p:grpSpPr>
          <a:xfrm>
            <a:off x="0" y="4110120"/>
            <a:ext cx="9144000" cy="1033560"/>
            <a:chOff x="0" y="4110120"/>
            <a:chExt cx="9144000" cy="1033560"/>
          </a:xfrm>
        </p:grpSpPr>
        <p:sp>
          <p:nvSpPr>
            <p:cNvPr id="212" name="object 4"/>
            <p:cNvSpPr/>
            <p:nvPr/>
          </p:nvSpPr>
          <p:spPr>
            <a:xfrm>
              <a:off x="5710320" y="4110120"/>
              <a:ext cx="3433680" cy="1033560"/>
            </a:xfrm>
            <a:custGeom>
              <a:avLst/>
              <a:gdLst>
                <a:gd name="textAreaLeft" fmla="*/ 0 w 3433680"/>
                <a:gd name="textAreaRight" fmla="*/ 3434040 w 3433680"/>
                <a:gd name="textAreaTop" fmla="*/ 0 h 1033560"/>
                <a:gd name="textAreaBottom" fmla="*/ 1033920 h 1033560"/>
              </a:gdLst>
              <a:ahLst/>
              <a:rect l="textAreaLeft" t="textAreaTop" r="textAreaRight" b="textAreaBottom"/>
              <a:pathLst>
                <a:path w="3434079" h="1033779">
                  <a:moveTo>
                    <a:pt x="3433572" y="0"/>
                  </a:moveTo>
                  <a:lnTo>
                    <a:pt x="0" y="0"/>
                  </a:lnTo>
                  <a:lnTo>
                    <a:pt x="0" y="1033272"/>
                  </a:lnTo>
                  <a:lnTo>
                    <a:pt x="3433572" y="1033272"/>
                  </a:lnTo>
                  <a:lnTo>
                    <a:pt x="3433572" y="0"/>
                  </a:lnTo>
                  <a:close/>
                </a:path>
              </a:pathLst>
            </a:custGeom>
            <a:solidFill>
              <a:srgbClr val="0a5f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object 5"/>
            <p:cNvSpPr/>
            <p:nvPr/>
          </p:nvSpPr>
          <p:spPr>
            <a:xfrm>
              <a:off x="0" y="4110120"/>
              <a:ext cx="5713200" cy="1033560"/>
            </a:xfrm>
            <a:custGeom>
              <a:avLst/>
              <a:gdLst>
                <a:gd name="textAreaLeft" fmla="*/ 0 w 5713200"/>
                <a:gd name="textAreaRight" fmla="*/ 5713560 w 5713200"/>
                <a:gd name="textAreaTop" fmla="*/ 0 h 1033560"/>
                <a:gd name="textAreaBottom" fmla="*/ 1033920 h 1033560"/>
              </a:gdLst>
              <a:ahLst/>
              <a:rect l="textAreaLeft" t="textAreaTop" r="textAreaRight" b="textAreaBottom"/>
              <a:pathLst>
                <a:path w="5713730" h="1033779">
                  <a:moveTo>
                    <a:pt x="5713476" y="0"/>
                  </a:moveTo>
                  <a:lnTo>
                    <a:pt x="0" y="0"/>
                  </a:lnTo>
                  <a:lnTo>
                    <a:pt x="0" y="1033272"/>
                  </a:lnTo>
                  <a:lnTo>
                    <a:pt x="5713476" y="1033272"/>
                  </a:lnTo>
                  <a:lnTo>
                    <a:pt x="5713476" y="0"/>
                  </a:lnTo>
                  <a:close/>
                </a:path>
              </a:pathLst>
            </a:custGeom>
            <a:solidFill>
              <a:srgbClr val="ffcd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4" name="object 6"/>
          <p:cNvGrpSpPr/>
          <p:nvPr/>
        </p:nvGrpSpPr>
        <p:grpSpPr>
          <a:xfrm>
            <a:off x="6120" y="0"/>
            <a:ext cx="9137880" cy="1030320"/>
            <a:chOff x="6120" y="0"/>
            <a:chExt cx="9137880" cy="1030320"/>
          </a:xfrm>
        </p:grpSpPr>
        <p:sp>
          <p:nvSpPr>
            <p:cNvPr id="215" name="object 7"/>
            <p:cNvSpPr/>
            <p:nvPr/>
          </p:nvSpPr>
          <p:spPr>
            <a:xfrm>
              <a:off x="3431880" y="0"/>
              <a:ext cx="5712120" cy="1030320"/>
            </a:xfrm>
            <a:custGeom>
              <a:avLst/>
              <a:gdLst>
                <a:gd name="textAreaLeft" fmla="*/ 0 w 5712120"/>
                <a:gd name="textAreaRight" fmla="*/ 5712480 w 5712120"/>
                <a:gd name="textAreaTop" fmla="*/ 0 h 1030320"/>
                <a:gd name="textAreaBottom" fmla="*/ 1030680 h 1030320"/>
              </a:gdLst>
              <a:ahLst/>
              <a:rect l="textAreaLeft" t="textAreaTop" r="textAreaRight" b="textAreaBottom"/>
              <a:pathLst>
                <a:path w="5712459" h="1030605">
                  <a:moveTo>
                    <a:pt x="0" y="0"/>
                  </a:moveTo>
                  <a:lnTo>
                    <a:pt x="0" y="1030224"/>
                  </a:lnTo>
                  <a:lnTo>
                    <a:pt x="5711952" y="1030224"/>
                  </a:lnTo>
                  <a:lnTo>
                    <a:pt x="5711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cfa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object 8"/>
            <p:cNvSpPr/>
            <p:nvPr/>
          </p:nvSpPr>
          <p:spPr>
            <a:xfrm>
              <a:off x="6120" y="0"/>
              <a:ext cx="3426120" cy="1030320"/>
            </a:xfrm>
            <a:custGeom>
              <a:avLst/>
              <a:gdLst>
                <a:gd name="textAreaLeft" fmla="*/ 0 w 3426120"/>
                <a:gd name="textAreaRight" fmla="*/ 3426480 w 3426120"/>
                <a:gd name="textAreaTop" fmla="*/ 0 h 1030320"/>
                <a:gd name="textAreaBottom" fmla="*/ 1030680 h 1030320"/>
              </a:gdLst>
              <a:ahLst/>
              <a:rect l="textAreaLeft" t="textAreaTop" r="textAreaRight" b="textAreaBottom"/>
              <a:pathLst>
                <a:path w="3426460" h="1030605">
                  <a:moveTo>
                    <a:pt x="3425952" y="0"/>
                  </a:moveTo>
                  <a:lnTo>
                    <a:pt x="0" y="0"/>
                  </a:lnTo>
                  <a:lnTo>
                    <a:pt x="0" y="1030224"/>
                  </a:lnTo>
                  <a:lnTo>
                    <a:pt x="3425952" y="1030224"/>
                  </a:lnTo>
                  <a:lnTo>
                    <a:pt x="3425952" y="0"/>
                  </a:lnTo>
                  <a:close/>
                </a:path>
              </a:pathLst>
            </a:custGeom>
            <a:solidFill>
              <a:srgbClr val="0a5f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73960" y="2583720"/>
            <a:ext cx="5046480" cy="8712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Helvetica Neue World 45 Lt"/>
              </a:rPr>
              <a:t>Introduction</a:t>
            </a:r>
            <a:r>
              <a:rPr b="0" lang="en-US" sz="2800" spc="-106" strike="noStrike">
                <a:solidFill>
                  <a:schemeClr val="lt1"/>
                </a:solidFill>
                <a:latin typeface="Helvetica Neue World 45 Lt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Helvetica Neue World 45 Lt"/>
              </a:rPr>
              <a:t>to</a:t>
            </a:r>
            <a:r>
              <a:rPr b="0" lang="en-US" sz="2800" spc="-97" strike="noStrike">
                <a:solidFill>
                  <a:schemeClr val="lt1"/>
                </a:solidFill>
                <a:latin typeface="Helvetica Neue World 45 Lt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Helvetica Neue World 45 Lt"/>
              </a:rPr>
              <a:t>Docker</a:t>
            </a:r>
            <a:r>
              <a:rPr b="0" lang="en-US" sz="2800" spc="-100" strike="noStrike">
                <a:solidFill>
                  <a:schemeClr val="lt1"/>
                </a:solidFill>
                <a:latin typeface="Helvetica Neue World 45 Lt"/>
              </a:rPr>
              <a:t> </a:t>
            </a:r>
            <a:r>
              <a:rPr b="0" lang="en-US" sz="2800" spc="-12" strike="noStrike">
                <a:solidFill>
                  <a:schemeClr val="lt1"/>
                </a:solidFill>
                <a:latin typeface="Helvetica Neue World 45 Lt"/>
              </a:rPr>
              <a:t>Compose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8" name="object 10" descr=""/>
          <p:cNvPicPr/>
          <p:nvPr/>
        </p:nvPicPr>
        <p:blipFill>
          <a:blip r:embed="rId1"/>
          <a:stretch/>
        </p:blipFill>
        <p:spPr>
          <a:xfrm>
            <a:off x="7958160" y="4282560"/>
            <a:ext cx="988560" cy="698760"/>
          </a:xfrm>
          <a:prstGeom prst="rect">
            <a:avLst/>
          </a:prstGeom>
          <a:ln w="0">
            <a:noFill/>
          </a:ln>
        </p:spPr>
      </p:pic>
      <p:pic>
        <p:nvPicPr>
          <p:cNvPr id="219" name="object 11" descr=""/>
          <p:cNvPicPr/>
          <p:nvPr/>
        </p:nvPicPr>
        <p:blipFill>
          <a:blip r:embed="rId2"/>
          <a:stretch/>
        </p:blipFill>
        <p:spPr>
          <a:xfrm>
            <a:off x="5827680" y="1229760"/>
            <a:ext cx="2625480" cy="258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10080" y="744480"/>
            <a:ext cx="1425240" cy="872280"/>
          </a:xfrm>
          <a:prstGeom prst="rect">
            <a:avLst/>
          </a:prstGeom>
          <a:noFill/>
          <a:ln w="0">
            <a:noFill/>
          </a:ln>
        </p:spPr>
        <p:txBody>
          <a:bodyPr lIns="0" rIns="0" tIns="1332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b="0" lang="en-US" sz="3200" spc="-12" strike="noStrike">
                <a:solidFill>
                  <a:schemeClr val="lt1"/>
                </a:solidFill>
                <a:latin typeface="Arial"/>
              </a:rPr>
              <a:t>Agenda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object 3"/>
          <p:cNvSpPr/>
          <p:nvPr/>
        </p:nvSpPr>
        <p:spPr>
          <a:xfrm>
            <a:off x="910080" y="1726200"/>
            <a:ext cx="5064480" cy="24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4560" indent="-201960">
              <a:lnSpc>
                <a:spcPct val="100000"/>
              </a:lnSpc>
              <a:spcBef>
                <a:spcPts val="99"/>
              </a:spcBef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What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is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Steps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of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Building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Blocks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of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5280" indent="-20268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528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Compose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File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Networking in</a:t>
            </a:r>
            <a:r>
              <a:rPr b="0" lang="en-US" sz="1800" spc="-5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Environmental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Variable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under</a:t>
            </a:r>
            <a:r>
              <a:rPr b="0" lang="en-US" sz="18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Installing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5280" indent="-20268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  <a:tabLst>
                <a:tab algn="l" pos="21528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Examples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–</a:t>
            </a:r>
            <a:r>
              <a:rPr b="0" lang="en-US" sz="1800" spc="-5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WordPress,</a:t>
            </a:r>
            <a:r>
              <a:rPr b="0" lang="en-US" sz="1800" spc="-4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HelloWhale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etc.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4560" indent="-201960">
              <a:lnSpc>
                <a:spcPct val="100000"/>
              </a:lnSpc>
              <a:spcBef>
                <a:spcPts val="6"/>
              </a:spcBef>
              <a:buClr>
                <a:srgbClr val="ffffff"/>
              </a:buClr>
              <a:buFont typeface="OpenSymbol"/>
              <a:buChar char="-"/>
              <a:tabLst>
                <a:tab algn="l" pos="214560"/>
              </a:tabLst>
            </a:pP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Hands-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on</a:t>
            </a:r>
            <a:r>
              <a:rPr b="0" lang="en-US" sz="1800" spc="29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Labs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3200760" y="882000"/>
            <a:ext cx="302400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Did</a:t>
            </a:r>
            <a:r>
              <a:rPr b="0" lang="en-US" sz="3600" spc="-41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you</a:t>
            </a:r>
            <a:r>
              <a:rPr b="0" lang="en-US" sz="3600" spc="-21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know?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object 3"/>
          <p:cNvSpPr/>
          <p:nvPr/>
        </p:nvSpPr>
        <p:spPr>
          <a:xfrm>
            <a:off x="1708920" y="1983960"/>
            <a:ext cx="60080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115720" indent="-210384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There</a:t>
            </a:r>
            <a:r>
              <a:rPr b="0" lang="en-US" sz="2400" spc="-8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are</a:t>
            </a:r>
            <a:r>
              <a:rPr b="0" lang="en-US" sz="2400" spc="-8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3,00,000</a:t>
            </a:r>
            <a:r>
              <a:rPr b="0" lang="en-US" sz="2400" spc="-8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2400" spc="-7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Compose</a:t>
            </a:r>
            <a:r>
              <a:rPr b="0" lang="en-US" sz="2400" spc="-7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files</a:t>
            </a:r>
            <a:r>
              <a:rPr b="0" lang="en-US" sz="2400" spc="-7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26" strike="noStrike">
                <a:solidFill>
                  <a:srgbClr val="ffffff"/>
                </a:solidFill>
                <a:latin typeface="Arial"/>
              </a:rPr>
              <a:t>in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GitHub</a:t>
            </a:r>
            <a:r>
              <a:rPr b="0" lang="en-US" sz="2400" spc="-10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2" strike="noStrike">
                <a:solidFill>
                  <a:srgbClr val="ffffff"/>
                </a:solidFill>
                <a:latin typeface="Arial"/>
              </a:rPr>
              <a:t>today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object 4" descr=""/>
          <p:cNvPicPr/>
          <p:nvPr/>
        </p:nvPicPr>
        <p:blipFill>
          <a:blip r:embed="rId1"/>
          <a:stretch/>
        </p:blipFill>
        <p:spPr>
          <a:xfrm>
            <a:off x="3977640" y="2933640"/>
            <a:ext cx="1441440" cy="141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55800" bIns="0" anchor="t">
            <a:noAutofit/>
          </a:bodyPr>
          <a:p>
            <a:pPr marL="5004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Docker</a:t>
            </a:r>
            <a:r>
              <a:rPr b="1" lang="en-US" sz="2800" spc="-97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Compose:</a:t>
            </a:r>
            <a:r>
              <a:rPr b="1" lang="en-US" sz="2800" spc="-52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Multi</a:t>
            </a:r>
            <a:r>
              <a:rPr b="0" lang="en-US" sz="2800" spc="-111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Container</a:t>
            </a:r>
            <a:r>
              <a:rPr b="0" lang="en-US" sz="2800" spc="-97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Applications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object 3"/>
          <p:cNvSpPr/>
          <p:nvPr/>
        </p:nvSpPr>
        <p:spPr>
          <a:xfrm>
            <a:off x="271080" y="486324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900" spc="-52" strike="noStrike">
                <a:solidFill>
                  <a:srgbClr val="797979"/>
                </a:solidFill>
                <a:latin typeface="Arial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4"/>
          <p:cNvGrpSpPr/>
          <p:nvPr/>
        </p:nvGrpSpPr>
        <p:grpSpPr>
          <a:xfrm>
            <a:off x="242280" y="1108080"/>
            <a:ext cx="4218480" cy="444600"/>
            <a:chOff x="242280" y="1108080"/>
            <a:chExt cx="4218480" cy="444600"/>
          </a:xfrm>
        </p:grpSpPr>
        <p:pic>
          <p:nvPicPr>
            <p:cNvPr id="228" name="object 5" descr=""/>
            <p:cNvPicPr/>
            <p:nvPr/>
          </p:nvPicPr>
          <p:blipFill>
            <a:blip r:embed="rId1"/>
            <a:stretch/>
          </p:blipFill>
          <p:spPr>
            <a:xfrm>
              <a:off x="242280" y="1108080"/>
              <a:ext cx="4218120" cy="444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9" name="object 6"/>
            <p:cNvSpPr/>
            <p:nvPr/>
          </p:nvSpPr>
          <p:spPr>
            <a:xfrm>
              <a:off x="242280" y="1108080"/>
              <a:ext cx="4218480" cy="444600"/>
            </a:xfrm>
            <a:custGeom>
              <a:avLst/>
              <a:gdLst>
                <a:gd name="textAreaLeft" fmla="*/ 0 w 4218480"/>
                <a:gd name="textAreaRight" fmla="*/ 4218840 w 4218480"/>
                <a:gd name="textAreaTop" fmla="*/ 0 h 444600"/>
                <a:gd name="textAreaBottom" fmla="*/ 444960 h 444600"/>
              </a:gdLst>
              <a:ahLst/>
              <a:rect l="textAreaLeft" t="textAreaTop" r="textAreaRight" b="textAreaBottom"/>
              <a:pathLst>
                <a:path w="4218940" h="445134">
                  <a:moveTo>
                    <a:pt x="0" y="74167"/>
                  </a:moveTo>
                  <a:lnTo>
                    <a:pt x="5829" y="45273"/>
                  </a:lnTo>
                  <a:lnTo>
                    <a:pt x="21724" y="21701"/>
                  </a:lnTo>
                  <a:lnTo>
                    <a:pt x="45300" y="5820"/>
                  </a:lnTo>
                  <a:lnTo>
                    <a:pt x="74168" y="0"/>
                  </a:lnTo>
                  <a:lnTo>
                    <a:pt x="4144264" y="0"/>
                  </a:lnTo>
                  <a:lnTo>
                    <a:pt x="4173158" y="5820"/>
                  </a:lnTo>
                  <a:lnTo>
                    <a:pt x="4196730" y="21701"/>
                  </a:lnTo>
                  <a:lnTo>
                    <a:pt x="4212611" y="45273"/>
                  </a:lnTo>
                  <a:lnTo>
                    <a:pt x="4218432" y="74167"/>
                  </a:lnTo>
                  <a:lnTo>
                    <a:pt x="4218432" y="370839"/>
                  </a:lnTo>
                  <a:lnTo>
                    <a:pt x="4212611" y="399734"/>
                  </a:lnTo>
                  <a:lnTo>
                    <a:pt x="4196730" y="423306"/>
                  </a:lnTo>
                  <a:lnTo>
                    <a:pt x="4173158" y="439187"/>
                  </a:lnTo>
                  <a:lnTo>
                    <a:pt x="4144264" y="445007"/>
                  </a:lnTo>
                  <a:lnTo>
                    <a:pt x="74168" y="445007"/>
                  </a:lnTo>
                  <a:lnTo>
                    <a:pt x="45300" y="439187"/>
                  </a:lnTo>
                  <a:lnTo>
                    <a:pt x="21724" y="423306"/>
                  </a:lnTo>
                  <a:lnTo>
                    <a:pt x="5829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noFill/>
            <a:ln w="9144">
              <a:solidFill>
                <a:srgbClr val="008b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0" name="object 7"/>
          <p:cNvSpPr/>
          <p:nvPr/>
        </p:nvSpPr>
        <p:spPr>
          <a:xfrm>
            <a:off x="394920" y="1175040"/>
            <a:ext cx="3781080" cy="13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0422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Without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429"/>
              </a:spcBef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Build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and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run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one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container</a:t>
            </a:r>
            <a:r>
              <a:rPr b="0" lang="en-US" sz="1400" spc="-5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at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a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21" strike="noStrike">
                <a:solidFill>
                  <a:srgbClr val="2853a0"/>
                </a:solidFill>
                <a:latin typeface="Arial"/>
              </a:rPr>
              <a:t>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64"/>
              </a:spcBef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Manually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connect</a:t>
            </a:r>
            <a:r>
              <a:rPr b="0" lang="en-US" sz="1400" spc="-5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containers</a:t>
            </a:r>
            <a:r>
              <a:rPr b="0" lang="en-US" sz="1400" spc="-5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together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10000"/>
              </a:lnSpc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Must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be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careful</a:t>
            </a:r>
            <a:r>
              <a:rPr b="0" lang="en-US" sz="1400" spc="-4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with</a:t>
            </a:r>
            <a:r>
              <a:rPr b="0" lang="en-US" sz="1400" spc="4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dependencies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and</a:t>
            </a:r>
            <a:r>
              <a:rPr b="0" lang="en-US" sz="1400" spc="-2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start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up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order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1" name="object 8"/>
          <p:cNvGrpSpPr/>
          <p:nvPr/>
        </p:nvGrpSpPr>
        <p:grpSpPr>
          <a:xfrm>
            <a:off x="4710600" y="1112400"/>
            <a:ext cx="4228920" cy="446760"/>
            <a:chOff x="4710600" y="1112400"/>
            <a:chExt cx="4228920" cy="446760"/>
          </a:xfrm>
        </p:grpSpPr>
        <p:pic>
          <p:nvPicPr>
            <p:cNvPr id="232" name="object 9" descr=""/>
            <p:cNvPicPr/>
            <p:nvPr/>
          </p:nvPicPr>
          <p:blipFill>
            <a:blip r:embed="rId2"/>
            <a:stretch/>
          </p:blipFill>
          <p:spPr>
            <a:xfrm>
              <a:off x="4710600" y="1112400"/>
              <a:ext cx="4228560" cy="446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3" name="object 10"/>
            <p:cNvSpPr/>
            <p:nvPr/>
          </p:nvSpPr>
          <p:spPr>
            <a:xfrm>
              <a:off x="4710600" y="1112400"/>
              <a:ext cx="4228920" cy="446760"/>
            </a:xfrm>
            <a:custGeom>
              <a:avLst/>
              <a:gdLst>
                <a:gd name="textAreaLeft" fmla="*/ 0 w 4228920"/>
                <a:gd name="textAreaRight" fmla="*/ 4229280 w 4228920"/>
                <a:gd name="textAreaTop" fmla="*/ 0 h 446760"/>
                <a:gd name="textAreaBottom" fmla="*/ 447120 h 446760"/>
              </a:gdLst>
              <a:ahLst/>
              <a:rect l="textAreaLeft" t="textAreaTop" r="textAreaRight" b="textAreaBottom"/>
              <a:pathLst>
                <a:path w="4229100" h="447040">
                  <a:moveTo>
                    <a:pt x="0" y="74421"/>
                  </a:moveTo>
                  <a:lnTo>
                    <a:pt x="5841" y="45434"/>
                  </a:lnTo>
                  <a:lnTo>
                    <a:pt x="21780" y="21780"/>
                  </a:lnTo>
                  <a:lnTo>
                    <a:pt x="45434" y="5841"/>
                  </a:lnTo>
                  <a:lnTo>
                    <a:pt x="74421" y="0"/>
                  </a:lnTo>
                  <a:lnTo>
                    <a:pt x="4154677" y="0"/>
                  </a:lnTo>
                  <a:lnTo>
                    <a:pt x="4183665" y="5841"/>
                  </a:lnTo>
                  <a:lnTo>
                    <a:pt x="4207319" y="21780"/>
                  </a:lnTo>
                  <a:lnTo>
                    <a:pt x="4223257" y="45434"/>
                  </a:lnTo>
                  <a:lnTo>
                    <a:pt x="4229099" y="74421"/>
                  </a:lnTo>
                  <a:lnTo>
                    <a:pt x="4229099" y="372109"/>
                  </a:lnTo>
                  <a:lnTo>
                    <a:pt x="4223257" y="401097"/>
                  </a:lnTo>
                  <a:lnTo>
                    <a:pt x="4207319" y="424751"/>
                  </a:lnTo>
                  <a:lnTo>
                    <a:pt x="4183665" y="440689"/>
                  </a:lnTo>
                  <a:lnTo>
                    <a:pt x="4154677" y="446531"/>
                  </a:lnTo>
                  <a:lnTo>
                    <a:pt x="74421" y="446531"/>
                  </a:lnTo>
                  <a:lnTo>
                    <a:pt x="45434" y="440689"/>
                  </a:lnTo>
                  <a:lnTo>
                    <a:pt x="21780" y="424751"/>
                  </a:lnTo>
                  <a:lnTo>
                    <a:pt x="5841" y="401097"/>
                  </a:lnTo>
                  <a:lnTo>
                    <a:pt x="0" y="372109"/>
                  </a:lnTo>
                  <a:lnTo>
                    <a:pt x="0" y="74421"/>
                  </a:lnTo>
                  <a:close/>
                </a:path>
              </a:pathLst>
            </a:custGeom>
            <a:noFill/>
            <a:ln w="9144">
              <a:solidFill>
                <a:srgbClr val="008b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object 11"/>
          <p:cNvGrpSpPr/>
          <p:nvPr/>
        </p:nvGrpSpPr>
        <p:grpSpPr>
          <a:xfrm>
            <a:off x="905400" y="2811600"/>
            <a:ext cx="1686600" cy="1281600"/>
            <a:chOff x="905400" y="2811600"/>
            <a:chExt cx="1686600" cy="1281600"/>
          </a:xfrm>
        </p:grpSpPr>
        <p:pic>
          <p:nvPicPr>
            <p:cNvPr id="235" name="object 12" descr=""/>
            <p:cNvPicPr/>
            <p:nvPr/>
          </p:nvPicPr>
          <p:blipFill>
            <a:blip r:embed="rId3"/>
            <a:stretch/>
          </p:blipFill>
          <p:spPr>
            <a:xfrm>
              <a:off x="905400" y="3261240"/>
              <a:ext cx="517680" cy="438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6" name="object 13" descr=""/>
            <p:cNvPicPr/>
            <p:nvPr/>
          </p:nvPicPr>
          <p:blipFill>
            <a:blip r:embed="rId4"/>
            <a:stretch/>
          </p:blipFill>
          <p:spPr>
            <a:xfrm>
              <a:off x="2249280" y="3706200"/>
              <a:ext cx="342720" cy="38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7" name="object 14" descr=""/>
            <p:cNvPicPr/>
            <p:nvPr/>
          </p:nvPicPr>
          <p:blipFill>
            <a:blip r:embed="rId5"/>
            <a:stretch/>
          </p:blipFill>
          <p:spPr>
            <a:xfrm>
              <a:off x="2284560" y="3290400"/>
              <a:ext cx="307440" cy="385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8" name="object 15" descr=""/>
            <p:cNvPicPr/>
            <p:nvPr/>
          </p:nvPicPr>
          <p:blipFill>
            <a:blip r:embed="rId6"/>
            <a:stretch/>
          </p:blipFill>
          <p:spPr>
            <a:xfrm>
              <a:off x="2284560" y="2811600"/>
              <a:ext cx="307440" cy="386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9" name="object 16" descr=""/>
            <p:cNvPicPr/>
            <p:nvPr/>
          </p:nvPicPr>
          <p:blipFill>
            <a:blip r:embed="rId7"/>
            <a:stretch/>
          </p:blipFill>
          <p:spPr>
            <a:xfrm>
              <a:off x="1467720" y="3330000"/>
              <a:ext cx="988560" cy="345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0" name="object 17"/>
            <p:cNvSpPr/>
            <p:nvPr/>
          </p:nvSpPr>
          <p:spPr>
            <a:xfrm>
              <a:off x="1510920" y="3418200"/>
              <a:ext cx="772920" cy="12924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773430" h="129539">
                  <a:moveTo>
                    <a:pt x="695452" y="64770"/>
                  </a:moveTo>
                  <a:lnTo>
                    <a:pt x="643635" y="129540"/>
                  </a:lnTo>
                  <a:lnTo>
                    <a:pt x="747267" y="77724"/>
                  </a:lnTo>
                  <a:lnTo>
                    <a:pt x="695452" y="77724"/>
                  </a:lnTo>
                  <a:lnTo>
                    <a:pt x="695452" y="64770"/>
                  </a:lnTo>
                  <a:close/>
                </a:path>
                <a:path w="773430" h="129539">
                  <a:moveTo>
                    <a:pt x="685088" y="51816"/>
                  </a:moveTo>
                  <a:lnTo>
                    <a:pt x="0" y="51816"/>
                  </a:lnTo>
                  <a:lnTo>
                    <a:pt x="0" y="77724"/>
                  </a:lnTo>
                  <a:lnTo>
                    <a:pt x="685088" y="77724"/>
                  </a:lnTo>
                  <a:lnTo>
                    <a:pt x="695452" y="64770"/>
                  </a:lnTo>
                  <a:lnTo>
                    <a:pt x="685088" y="51816"/>
                  </a:lnTo>
                  <a:close/>
                </a:path>
                <a:path w="773430" h="129539">
                  <a:moveTo>
                    <a:pt x="747268" y="51816"/>
                  </a:moveTo>
                  <a:lnTo>
                    <a:pt x="695452" y="51816"/>
                  </a:lnTo>
                  <a:lnTo>
                    <a:pt x="695452" y="77724"/>
                  </a:lnTo>
                  <a:lnTo>
                    <a:pt x="747267" y="77724"/>
                  </a:lnTo>
                  <a:lnTo>
                    <a:pt x="773176" y="64770"/>
                  </a:lnTo>
                  <a:lnTo>
                    <a:pt x="747268" y="51816"/>
                  </a:lnTo>
                  <a:close/>
                </a:path>
                <a:path w="773430" h="129539">
                  <a:moveTo>
                    <a:pt x="643635" y="0"/>
                  </a:moveTo>
                  <a:lnTo>
                    <a:pt x="695452" y="64770"/>
                  </a:lnTo>
                  <a:lnTo>
                    <a:pt x="695452" y="51816"/>
                  </a:lnTo>
                  <a:lnTo>
                    <a:pt x="747268" y="51816"/>
                  </a:lnTo>
                  <a:lnTo>
                    <a:pt x="643635" y="0"/>
                  </a:lnTo>
                  <a:close/>
                </a:path>
              </a:pathLst>
            </a:custGeom>
            <a:solidFill>
              <a:srgbClr val="2853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41" name="object 18" descr=""/>
            <p:cNvPicPr/>
            <p:nvPr/>
          </p:nvPicPr>
          <p:blipFill>
            <a:blip r:embed="rId8"/>
            <a:stretch/>
          </p:blipFill>
          <p:spPr>
            <a:xfrm>
              <a:off x="1461600" y="2853000"/>
              <a:ext cx="994680" cy="702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2" name="object 19"/>
            <p:cNvSpPr/>
            <p:nvPr/>
          </p:nvSpPr>
          <p:spPr>
            <a:xfrm>
              <a:off x="1504440" y="3006000"/>
              <a:ext cx="779400" cy="486000"/>
            </a:xfrm>
            <a:custGeom>
              <a:avLst/>
              <a:gdLst>
                <a:gd name="textAreaLeft" fmla="*/ 0 w 779400"/>
                <a:gd name="textAreaRight" fmla="*/ 779760 w 779400"/>
                <a:gd name="textAreaTop" fmla="*/ 0 h 486000"/>
                <a:gd name="textAreaBottom" fmla="*/ 486360 h 486000"/>
              </a:gdLst>
              <a:ahLst/>
              <a:rect l="textAreaLeft" t="textAreaTop" r="textAreaRight" b="textAreaBottom"/>
              <a:pathLst>
                <a:path w="779780" h="486410">
                  <a:moveTo>
                    <a:pt x="698125" y="35099"/>
                  </a:moveTo>
                  <a:lnTo>
                    <a:pt x="0" y="464185"/>
                  </a:lnTo>
                  <a:lnTo>
                    <a:pt x="13462" y="486283"/>
                  </a:lnTo>
                  <a:lnTo>
                    <a:pt x="711559" y="57089"/>
                  </a:lnTo>
                  <a:lnTo>
                    <a:pt x="713612" y="40640"/>
                  </a:lnTo>
                  <a:lnTo>
                    <a:pt x="698125" y="35099"/>
                  </a:lnTo>
                  <a:close/>
                </a:path>
                <a:path w="779780" h="486410">
                  <a:moveTo>
                    <a:pt x="761317" y="29718"/>
                  </a:moveTo>
                  <a:lnTo>
                    <a:pt x="706882" y="29718"/>
                  </a:lnTo>
                  <a:lnTo>
                    <a:pt x="720343" y="51689"/>
                  </a:lnTo>
                  <a:lnTo>
                    <a:pt x="711559" y="57089"/>
                  </a:lnTo>
                  <a:lnTo>
                    <a:pt x="703326" y="123062"/>
                  </a:lnTo>
                  <a:lnTo>
                    <a:pt x="761317" y="29718"/>
                  </a:lnTo>
                  <a:close/>
                </a:path>
                <a:path w="779780" h="486410">
                  <a:moveTo>
                    <a:pt x="713574" y="40640"/>
                  </a:moveTo>
                  <a:lnTo>
                    <a:pt x="711559" y="57089"/>
                  </a:lnTo>
                  <a:lnTo>
                    <a:pt x="720343" y="51689"/>
                  </a:lnTo>
                  <a:lnTo>
                    <a:pt x="713574" y="40640"/>
                  </a:lnTo>
                  <a:close/>
                </a:path>
                <a:path w="779780" h="486410">
                  <a:moveTo>
                    <a:pt x="706882" y="29718"/>
                  </a:moveTo>
                  <a:lnTo>
                    <a:pt x="698125" y="35099"/>
                  </a:lnTo>
                  <a:lnTo>
                    <a:pt x="713612" y="40640"/>
                  </a:lnTo>
                  <a:lnTo>
                    <a:pt x="710179" y="35099"/>
                  </a:lnTo>
                  <a:lnTo>
                    <a:pt x="706882" y="29718"/>
                  </a:lnTo>
                  <a:close/>
                </a:path>
                <a:path w="779780" h="486410">
                  <a:moveTo>
                    <a:pt x="779779" y="0"/>
                  </a:moveTo>
                  <a:lnTo>
                    <a:pt x="635508" y="12700"/>
                  </a:lnTo>
                  <a:lnTo>
                    <a:pt x="698125" y="35099"/>
                  </a:lnTo>
                  <a:lnTo>
                    <a:pt x="706882" y="29718"/>
                  </a:lnTo>
                  <a:lnTo>
                    <a:pt x="761317" y="29718"/>
                  </a:lnTo>
                  <a:lnTo>
                    <a:pt x="779779" y="0"/>
                  </a:lnTo>
                  <a:close/>
                </a:path>
              </a:pathLst>
            </a:custGeom>
            <a:solidFill>
              <a:srgbClr val="2853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43" name="object 20" descr=""/>
            <p:cNvPicPr/>
            <p:nvPr/>
          </p:nvPicPr>
          <p:blipFill>
            <a:blip r:embed="rId9"/>
            <a:stretch/>
          </p:blipFill>
          <p:spPr>
            <a:xfrm>
              <a:off x="1461600" y="3447360"/>
              <a:ext cx="961200" cy="645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4" name="object 21"/>
            <p:cNvSpPr/>
            <p:nvPr/>
          </p:nvSpPr>
          <p:spPr>
            <a:xfrm>
              <a:off x="1504800" y="3470400"/>
              <a:ext cx="745200" cy="430920"/>
            </a:xfrm>
            <a:custGeom>
              <a:avLst/>
              <a:gdLst>
                <a:gd name="textAreaLeft" fmla="*/ 0 w 745200"/>
                <a:gd name="textAreaRight" fmla="*/ 745560 w 745200"/>
                <a:gd name="textAreaTop" fmla="*/ 0 h 430920"/>
                <a:gd name="textAreaBottom" fmla="*/ 431280 h 430920"/>
              </a:gdLst>
              <a:ahLst/>
              <a:rect l="textAreaLeft" t="textAreaTop" r="textAreaRight" b="textAreaBottom"/>
              <a:pathLst>
                <a:path w="745489" h="431164">
                  <a:moveTo>
                    <a:pt x="662571" y="398510"/>
                  </a:moveTo>
                  <a:lnTo>
                    <a:pt x="600964" y="423113"/>
                  </a:lnTo>
                  <a:lnTo>
                    <a:pt x="745490" y="430707"/>
                  </a:lnTo>
                  <a:lnTo>
                    <a:pt x="727333" y="403618"/>
                  </a:lnTo>
                  <a:lnTo>
                    <a:pt x="671576" y="403618"/>
                  </a:lnTo>
                  <a:lnTo>
                    <a:pt x="662571" y="398510"/>
                  </a:lnTo>
                  <a:close/>
                </a:path>
                <a:path w="745489" h="431164">
                  <a:moveTo>
                    <a:pt x="677948" y="392444"/>
                  </a:moveTo>
                  <a:lnTo>
                    <a:pt x="677760" y="392444"/>
                  </a:lnTo>
                  <a:lnTo>
                    <a:pt x="662571" y="398510"/>
                  </a:lnTo>
                  <a:lnTo>
                    <a:pt x="671576" y="403618"/>
                  </a:lnTo>
                  <a:lnTo>
                    <a:pt x="677948" y="392444"/>
                  </a:lnTo>
                  <a:close/>
                </a:path>
                <a:path w="745489" h="431164">
                  <a:moveTo>
                    <a:pt x="664845" y="310388"/>
                  </a:moveTo>
                  <a:lnTo>
                    <a:pt x="675318" y="375972"/>
                  </a:lnTo>
                  <a:lnTo>
                    <a:pt x="684403" y="381127"/>
                  </a:lnTo>
                  <a:lnTo>
                    <a:pt x="671576" y="403618"/>
                  </a:lnTo>
                  <a:lnTo>
                    <a:pt x="727333" y="403618"/>
                  </a:lnTo>
                  <a:lnTo>
                    <a:pt x="664845" y="310388"/>
                  </a:lnTo>
                  <a:close/>
                </a:path>
                <a:path w="745489" h="431164">
                  <a:moveTo>
                    <a:pt x="12700" y="0"/>
                  </a:moveTo>
                  <a:lnTo>
                    <a:pt x="0" y="22606"/>
                  </a:lnTo>
                  <a:lnTo>
                    <a:pt x="662571" y="398510"/>
                  </a:lnTo>
                  <a:lnTo>
                    <a:pt x="677760" y="392444"/>
                  </a:lnTo>
                  <a:lnTo>
                    <a:pt x="678019" y="392444"/>
                  </a:lnTo>
                  <a:lnTo>
                    <a:pt x="675318" y="375972"/>
                  </a:lnTo>
                  <a:lnTo>
                    <a:pt x="12700" y="0"/>
                  </a:lnTo>
                  <a:close/>
                </a:path>
                <a:path w="745489" h="431164">
                  <a:moveTo>
                    <a:pt x="675318" y="375972"/>
                  </a:moveTo>
                  <a:lnTo>
                    <a:pt x="678019" y="392444"/>
                  </a:lnTo>
                  <a:lnTo>
                    <a:pt x="684403" y="381127"/>
                  </a:lnTo>
                  <a:lnTo>
                    <a:pt x="675318" y="375972"/>
                  </a:lnTo>
                  <a:close/>
                </a:path>
              </a:pathLst>
            </a:custGeom>
            <a:solidFill>
              <a:srgbClr val="2853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5" name="object 22"/>
          <p:cNvSpPr/>
          <p:nvPr/>
        </p:nvSpPr>
        <p:spPr>
          <a:xfrm>
            <a:off x="4823280" y="1180080"/>
            <a:ext cx="3930120" cy="171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54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With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54600">
              <a:lnSpc>
                <a:spcPct val="100000"/>
              </a:lnSpc>
              <a:spcBef>
                <a:spcPts val="14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ct val="100000"/>
              </a:lnSpc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Define</a:t>
            </a:r>
            <a:r>
              <a:rPr b="0" lang="en-US" sz="1400" spc="-4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multi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container</a:t>
            </a:r>
            <a:r>
              <a:rPr b="0" lang="en-US" sz="1400" spc="-6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app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in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compose.yml</a:t>
            </a:r>
            <a:r>
              <a:rPr b="0" lang="en-US" sz="1400" spc="-3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21" strike="noStrike">
                <a:solidFill>
                  <a:srgbClr val="2853a0"/>
                </a:solidFill>
                <a:latin typeface="Arial"/>
              </a:rPr>
              <a:t>file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70"/>
              </a:spcBef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Single</a:t>
            </a:r>
            <a:r>
              <a:rPr b="0" lang="en-US" sz="1400" spc="-3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command</a:t>
            </a:r>
            <a:r>
              <a:rPr b="0" lang="en-US" sz="1400" spc="-5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to</a:t>
            </a:r>
            <a:r>
              <a:rPr b="0" lang="en-US" sz="1400" spc="-3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deploy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entire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2853a0"/>
                </a:solidFill>
                <a:latin typeface="Arial"/>
              </a:rPr>
              <a:t>app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ct val="100000"/>
              </a:lnSpc>
              <a:spcBef>
                <a:spcPts val="164"/>
              </a:spcBef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Handles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container</a:t>
            </a:r>
            <a:r>
              <a:rPr b="0" lang="en-US" sz="1400" spc="-4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dependencies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>
              <a:lnSpc>
                <a:spcPct val="110000"/>
              </a:lnSpc>
              <a:buClr>
                <a:srgbClr val="2853a0"/>
              </a:buClr>
              <a:buFont typeface="Symbol" charset="2"/>
              <a:buChar char="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Works</a:t>
            </a:r>
            <a:r>
              <a:rPr b="0" lang="en-US" sz="1400" spc="-6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with</a:t>
            </a:r>
            <a:r>
              <a:rPr b="0" lang="en-US" sz="1400" spc="-7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Docker</a:t>
            </a:r>
            <a:r>
              <a:rPr b="0" lang="en-US" sz="1400" spc="-4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Swarm,</a:t>
            </a:r>
            <a:r>
              <a:rPr b="0" lang="en-US" sz="1400" spc="-1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Networking,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Volumes,</a:t>
            </a:r>
            <a:r>
              <a:rPr b="0" lang="en-US" sz="1400" spc="-5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Universal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2853a0"/>
                </a:solidFill>
                <a:latin typeface="Arial"/>
              </a:rPr>
              <a:t>Control</a:t>
            </a:r>
            <a:r>
              <a:rPr b="0" lang="en-US" sz="1400" spc="-4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2853a0"/>
                </a:solidFill>
                <a:latin typeface="Arial"/>
              </a:rPr>
              <a:t>Plane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6" name="object 23"/>
          <p:cNvGrpSpPr/>
          <p:nvPr/>
        </p:nvGrpSpPr>
        <p:grpSpPr>
          <a:xfrm>
            <a:off x="4998600" y="3121200"/>
            <a:ext cx="3366720" cy="1969920"/>
            <a:chOff x="4998600" y="3121200"/>
            <a:chExt cx="3366720" cy="1969920"/>
          </a:xfrm>
        </p:grpSpPr>
        <p:pic>
          <p:nvPicPr>
            <p:cNvPr id="247" name="object 24" descr=""/>
            <p:cNvPicPr/>
            <p:nvPr/>
          </p:nvPicPr>
          <p:blipFill>
            <a:blip r:embed="rId10"/>
            <a:stretch/>
          </p:blipFill>
          <p:spPr>
            <a:xfrm>
              <a:off x="5978520" y="3288960"/>
              <a:ext cx="905040" cy="345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8" name="object 25"/>
            <p:cNvSpPr/>
            <p:nvPr/>
          </p:nvSpPr>
          <p:spPr>
            <a:xfrm>
              <a:off x="6022080" y="3377160"/>
              <a:ext cx="689400" cy="129240"/>
            </a:xfrm>
            <a:custGeom>
              <a:avLst/>
              <a:gdLst>
                <a:gd name="textAreaLeft" fmla="*/ 0 w 689400"/>
                <a:gd name="textAreaRight" fmla="*/ 689760 w 68940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689609" h="129539">
                  <a:moveTo>
                    <a:pt x="611505" y="64770"/>
                  </a:moveTo>
                  <a:lnTo>
                    <a:pt x="559688" y="129540"/>
                  </a:lnTo>
                  <a:lnTo>
                    <a:pt x="663321" y="77724"/>
                  </a:lnTo>
                  <a:lnTo>
                    <a:pt x="611505" y="77724"/>
                  </a:lnTo>
                  <a:lnTo>
                    <a:pt x="611505" y="64770"/>
                  </a:lnTo>
                  <a:close/>
                </a:path>
                <a:path w="689609" h="129539">
                  <a:moveTo>
                    <a:pt x="601141" y="51816"/>
                  </a:moveTo>
                  <a:lnTo>
                    <a:pt x="0" y="51816"/>
                  </a:lnTo>
                  <a:lnTo>
                    <a:pt x="0" y="77724"/>
                  </a:lnTo>
                  <a:lnTo>
                    <a:pt x="601141" y="77724"/>
                  </a:lnTo>
                  <a:lnTo>
                    <a:pt x="611505" y="64770"/>
                  </a:lnTo>
                  <a:lnTo>
                    <a:pt x="601141" y="51816"/>
                  </a:lnTo>
                  <a:close/>
                </a:path>
                <a:path w="689609" h="129539">
                  <a:moveTo>
                    <a:pt x="663321" y="51816"/>
                  </a:moveTo>
                  <a:lnTo>
                    <a:pt x="611505" y="51816"/>
                  </a:lnTo>
                  <a:lnTo>
                    <a:pt x="611505" y="77724"/>
                  </a:lnTo>
                  <a:lnTo>
                    <a:pt x="663321" y="77724"/>
                  </a:lnTo>
                  <a:lnTo>
                    <a:pt x="689229" y="64770"/>
                  </a:lnTo>
                  <a:lnTo>
                    <a:pt x="663321" y="51816"/>
                  </a:lnTo>
                  <a:close/>
                </a:path>
                <a:path w="689609" h="129539">
                  <a:moveTo>
                    <a:pt x="559688" y="0"/>
                  </a:moveTo>
                  <a:lnTo>
                    <a:pt x="611505" y="64770"/>
                  </a:lnTo>
                  <a:lnTo>
                    <a:pt x="611505" y="51816"/>
                  </a:lnTo>
                  <a:lnTo>
                    <a:pt x="663321" y="51816"/>
                  </a:lnTo>
                  <a:lnTo>
                    <a:pt x="559688" y="0"/>
                  </a:lnTo>
                  <a:close/>
                </a:path>
              </a:pathLst>
            </a:custGeom>
            <a:solidFill>
              <a:srgbClr val="2853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249" name="object 26" descr=""/>
            <p:cNvPicPr/>
            <p:nvPr/>
          </p:nvPicPr>
          <p:blipFill>
            <a:blip r:embed="rId11"/>
            <a:stretch/>
          </p:blipFill>
          <p:spPr>
            <a:xfrm>
              <a:off x="5451480" y="3238560"/>
              <a:ext cx="517680" cy="438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0" name="object 27" descr=""/>
            <p:cNvPicPr/>
            <p:nvPr/>
          </p:nvPicPr>
          <p:blipFill>
            <a:blip r:embed="rId12"/>
            <a:stretch/>
          </p:blipFill>
          <p:spPr>
            <a:xfrm>
              <a:off x="4998600" y="3203280"/>
              <a:ext cx="487440" cy="487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1" name="object 28"/>
            <p:cNvSpPr/>
            <p:nvPr/>
          </p:nvSpPr>
          <p:spPr>
            <a:xfrm>
              <a:off x="5510880" y="3602880"/>
              <a:ext cx="2854440" cy="919080"/>
            </a:xfrm>
            <a:custGeom>
              <a:avLst/>
              <a:gdLst>
                <a:gd name="textAreaLeft" fmla="*/ 0 w 2854440"/>
                <a:gd name="textAreaRight" fmla="*/ 2854800 w 2854440"/>
                <a:gd name="textAreaTop" fmla="*/ 0 h 919080"/>
                <a:gd name="textAreaBottom" fmla="*/ 919440 h 919080"/>
              </a:gdLst>
              <a:ahLst/>
              <a:rect l="textAreaLeft" t="textAreaTop" r="textAreaRight" b="textAreaBottom"/>
              <a:pathLst>
                <a:path w="2854959" h="919479">
                  <a:moveTo>
                    <a:pt x="1427225" y="0"/>
                  </a:moveTo>
                  <a:lnTo>
                    <a:pt x="0" y="918971"/>
                  </a:lnTo>
                  <a:lnTo>
                    <a:pt x="2854451" y="918971"/>
                  </a:lnTo>
                  <a:lnTo>
                    <a:pt x="1427225" y="0"/>
                  </a:lnTo>
                  <a:close/>
                </a:path>
              </a:pathLst>
            </a:custGeom>
            <a:solidFill>
              <a:srgbClr val="e1eb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" name="object 29"/>
            <p:cNvSpPr/>
            <p:nvPr/>
          </p:nvSpPr>
          <p:spPr>
            <a:xfrm>
              <a:off x="5510880" y="3602880"/>
              <a:ext cx="2854440" cy="919080"/>
            </a:xfrm>
            <a:custGeom>
              <a:avLst/>
              <a:gdLst>
                <a:gd name="textAreaLeft" fmla="*/ 0 w 2854440"/>
                <a:gd name="textAreaRight" fmla="*/ 2854800 w 2854440"/>
                <a:gd name="textAreaTop" fmla="*/ 0 h 919080"/>
                <a:gd name="textAreaBottom" fmla="*/ 919440 h 919080"/>
              </a:gdLst>
              <a:ahLst/>
              <a:rect l="textAreaLeft" t="textAreaTop" r="textAreaRight" b="textAreaBottom"/>
              <a:pathLst>
                <a:path w="2854959" h="919479">
                  <a:moveTo>
                    <a:pt x="0" y="918971"/>
                  </a:moveTo>
                  <a:lnTo>
                    <a:pt x="1427225" y="0"/>
                  </a:lnTo>
                  <a:lnTo>
                    <a:pt x="2854451" y="918971"/>
                  </a:lnTo>
                  <a:lnTo>
                    <a:pt x="0" y="918971"/>
                  </a:lnTo>
                  <a:close/>
                </a:path>
              </a:pathLst>
            </a:custGeom>
            <a:noFill/>
            <a:ln w="9144">
              <a:solidFill>
                <a:srgbClr val="e1eb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3" name="object 30" descr=""/>
            <p:cNvPicPr/>
            <p:nvPr/>
          </p:nvPicPr>
          <p:blipFill>
            <a:blip r:embed="rId13"/>
            <a:stretch/>
          </p:blipFill>
          <p:spPr>
            <a:xfrm>
              <a:off x="6644520" y="4485240"/>
              <a:ext cx="641160" cy="596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4" name="object 31" descr=""/>
            <p:cNvPicPr/>
            <p:nvPr/>
          </p:nvPicPr>
          <p:blipFill>
            <a:blip r:embed="rId14"/>
            <a:stretch/>
          </p:blipFill>
          <p:spPr>
            <a:xfrm>
              <a:off x="5535000" y="4489560"/>
              <a:ext cx="639720" cy="596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5" name="object 32" descr=""/>
            <p:cNvPicPr/>
            <p:nvPr/>
          </p:nvPicPr>
          <p:blipFill>
            <a:blip r:embed="rId15"/>
            <a:stretch/>
          </p:blipFill>
          <p:spPr>
            <a:xfrm>
              <a:off x="6108120" y="4494240"/>
              <a:ext cx="639720" cy="596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object 33" descr=""/>
            <p:cNvPicPr/>
            <p:nvPr/>
          </p:nvPicPr>
          <p:blipFill>
            <a:blip r:embed="rId16"/>
            <a:stretch/>
          </p:blipFill>
          <p:spPr>
            <a:xfrm>
              <a:off x="7184160" y="4488120"/>
              <a:ext cx="641160" cy="59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7" name="object 34" descr=""/>
            <p:cNvPicPr/>
            <p:nvPr/>
          </p:nvPicPr>
          <p:blipFill>
            <a:blip r:embed="rId17"/>
            <a:stretch/>
          </p:blipFill>
          <p:spPr>
            <a:xfrm>
              <a:off x="7725240" y="4483440"/>
              <a:ext cx="639720" cy="596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8" name="object 35" descr=""/>
            <p:cNvPicPr/>
            <p:nvPr/>
          </p:nvPicPr>
          <p:blipFill>
            <a:blip r:embed="rId18"/>
            <a:stretch/>
          </p:blipFill>
          <p:spPr>
            <a:xfrm>
              <a:off x="6662880" y="3121200"/>
              <a:ext cx="555840" cy="555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9" name="object 36"/>
            <p:cNvSpPr/>
            <p:nvPr/>
          </p:nvSpPr>
          <p:spPr>
            <a:xfrm>
              <a:off x="6060960" y="4056840"/>
              <a:ext cx="1734480" cy="352080"/>
            </a:xfrm>
            <a:custGeom>
              <a:avLst/>
              <a:gdLst>
                <a:gd name="textAreaLeft" fmla="*/ 0 w 1734480"/>
                <a:gd name="textAreaRight" fmla="*/ 1734840 w 1734480"/>
                <a:gd name="textAreaTop" fmla="*/ 0 h 352080"/>
                <a:gd name="textAreaBottom" fmla="*/ 352440 h 352080"/>
              </a:gdLst>
              <a:ahLst/>
              <a:rect l="textAreaLeft" t="textAreaTop" r="textAreaRight" b="textAreaBottom"/>
              <a:pathLst>
                <a:path w="1734820" h="352425">
                  <a:moveTo>
                    <a:pt x="0" y="176022"/>
                  </a:moveTo>
                  <a:lnTo>
                    <a:pt x="27865" y="131586"/>
                  </a:lnTo>
                  <a:lnTo>
                    <a:pt x="75236" y="104196"/>
                  </a:lnTo>
                  <a:lnTo>
                    <a:pt x="143211" y="79088"/>
                  </a:lnTo>
                  <a:lnTo>
                    <a:pt x="184275" y="67521"/>
                  </a:lnTo>
                  <a:lnTo>
                    <a:pt x="229709" y="56683"/>
                  </a:lnTo>
                  <a:lnTo>
                    <a:pt x="279253" y="46626"/>
                  </a:lnTo>
                  <a:lnTo>
                    <a:pt x="332647" y="37404"/>
                  </a:lnTo>
                  <a:lnTo>
                    <a:pt x="389631" y="29069"/>
                  </a:lnTo>
                  <a:lnTo>
                    <a:pt x="449943" y="21673"/>
                  </a:lnTo>
                  <a:lnTo>
                    <a:pt x="513325" y="15271"/>
                  </a:lnTo>
                  <a:lnTo>
                    <a:pt x="579515" y="9914"/>
                  </a:lnTo>
                  <a:lnTo>
                    <a:pt x="648253" y="5656"/>
                  </a:lnTo>
                  <a:lnTo>
                    <a:pt x="719280" y="2549"/>
                  </a:lnTo>
                  <a:lnTo>
                    <a:pt x="792334" y="646"/>
                  </a:lnTo>
                  <a:lnTo>
                    <a:pt x="867155" y="0"/>
                  </a:lnTo>
                  <a:lnTo>
                    <a:pt x="941977" y="646"/>
                  </a:lnTo>
                  <a:lnTo>
                    <a:pt x="1015031" y="2549"/>
                  </a:lnTo>
                  <a:lnTo>
                    <a:pt x="1086058" y="5656"/>
                  </a:lnTo>
                  <a:lnTo>
                    <a:pt x="1154796" y="9914"/>
                  </a:lnTo>
                  <a:lnTo>
                    <a:pt x="1220986" y="15271"/>
                  </a:lnTo>
                  <a:lnTo>
                    <a:pt x="1284368" y="21673"/>
                  </a:lnTo>
                  <a:lnTo>
                    <a:pt x="1344680" y="29069"/>
                  </a:lnTo>
                  <a:lnTo>
                    <a:pt x="1401664" y="37404"/>
                  </a:lnTo>
                  <a:lnTo>
                    <a:pt x="1455058" y="46626"/>
                  </a:lnTo>
                  <a:lnTo>
                    <a:pt x="1504602" y="56683"/>
                  </a:lnTo>
                  <a:lnTo>
                    <a:pt x="1550036" y="67521"/>
                  </a:lnTo>
                  <a:lnTo>
                    <a:pt x="1591100" y="79088"/>
                  </a:lnTo>
                  <a:lnTo>
                    <a:pt x="1627533" y="91331"/>
                  </a:lnTo>
                  <a:lnTo>
                    <a:pt x="1685466" y="117632"/>
                  </a:lnTo>
                  <a:lnTo>
                    <a:pt x="1721753" y="146003"/>
                  </a:lnTo>
                  <a:lnTo>
                    <a:pt x="1734311" y="176022"/>
                  </a:lnTo>
                  <a:lnTo>
                    <a:pt x="1731129" y="191210"/>
                  </a:lnTo>
                  <a:lnTo>
                    <a:pt x="1706446" y="220457"/>
                  </a:lnTo>
                  <a:lnTo>
                    <a:pt x="1659075" y="247847"/>
                  </a:lnTo>
                  <a:lnTo>
                    <a:pt x="1591100" y="272955"/>
                  </a:lnTo>
                  <a:lnTo>
                    <a:pt x="1550036" y="284522"/>
                  </a:lnTo>
                  <a:lnTo>
                    <a:pt x="1504602" y="295360"/>
                  </a:lnTo>
                  <a:lnTo>
                    <a:pt x="1455058" y="305417"/>
                  </a:lnTo>
                  <a:lnTo>
                    <a:pt x="1401664" y="314639"/>
                  </a:lnTo>
                  <a:lnTo>
                    <a:pt x="1344680" y="322974"/>
                  </a:lnTo>
                  <a:lnTo>
                    <a:pt x="1284368" y="330370"/>
                  </a:lnTo>
                  <a:lnTo>
                    <a:pt x="1220986" y="336772"/>
                  </a:lnTo>
                  <a:lnTo>
                    <a:pt x="1154796" y="342129"/>
                  </a:lnTo>
                  <a:lnTo>
                    <a:pt x="1086058" y="346387"/>
                  </a:lnTo>
                  <a:lnTo>
                    <a:pt x="1015031" y="349494"/>
                  </a:lnTo>
                  <a:lnTo>
                    <a:pt x="941977" y="351397"/>
                  </a:lnTo>
                  <a:lnTo>
                    <a:pt x="867155" y="352044"/>
                  </a:lnTo>
                  <a:lnTo>
                    <a:pt x="792334" y="351397"/>
                  </a:lnTo>
                  <a:lnTo>
                    <a:pt x="719280" y="349494"/>
                  </a:lnTo>
                  <a:lnTo>
                    <a:pt x="648253" y="346387"/>
                  </a:lnTo>
                  <a:lnTo>
                    <a:pt x="579515" y="342129"/>
                  </a:lnTo>
                  <a:lnTo>
                    <a:pt x="513325" y="336772"/>
                  </a:lnTo>
                  <a:lnTo>
                    <a:pt x="449943" y="330370"/>
                  </a:lnTo>
                  <a:lnTo>
                    <a:pt x="389631" y="322974"/>
                  </a:lnTo>
                  <a:lnTo>
                    <a:pt x="332647" y="314639"/>
                  </a:lnTo>
                  <a:lnTo>
                    <a:pt x="279253" y="305417"/>
                  </a:lnTo>
                  <a:lnTo>
                    <a:pt x="229709" y="295360"/>
                  </a:lnTo>
                  <a:lnTo>
                    <a:pt x="184275" y="284522"/>
                  </a:lnTo>
                  <a:lnTo>
                    <a:pt x="143211" y="272955"/>
                  </a:lnTo>
                  <a:lnTo>
                    <a:pt x="106778" y="260712"/>
                  </a:lnTo>
                  <a:lnTo>
                    <a:pt x="48845" y="234411"/>
                  </a:lnTo>
                  <a:lnTo>
                    <a:pt x="12558" y="206040"/>
                  </a:lnTo>
                  <a:lnTo>
                    <a:pt x="0" y="176022"/>
                  </a:lnTo>
                  <a:close/>
                </a:path>
              </a:pathLst>
            </a:custGeom>
            <a:noFill/>
            <a:ln w="9144">
              <a:solidFill>
                <a:srgbClr val="008ec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object 37"/>
            <p:cNvSpPr/>
            <p:nvPr/>
          </p:nvSpPr>
          <p:spPr>
            <a:xfrm>
              <a:off x="5969520" y="4136040"/>
              <a:ext cx="237600" cy="2376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8125" h="238125">
                  <a:moveTo>
                    <a:pt x="237743" y="0"/>
                  </a:moveTo>
                  <a:lnTo>
                    <a:pt x="0" y="0"/>
                  </a:lnTo>
                  <a:lnTo>
                    <a:pt x="0" y="237743"/>
                  </a:lnTo>
                  <a:lnTo>
                    <a:pt x="237743" y="237743"/>
                  </a:lnTo>
                  <a:lnTo>
                    <a:pt x="23774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object 38"/>
            <p:cNvSpPr/>
            <p:nvPr/>
          </p:nvSpPr>
          <p:spPr>
            <a:xfrm>
              <a:off x="5969520" y="4136040"/>
              <a:ext cx="237600" cy="2376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8125" h="238125">
                  <a:moveTo>
                    <a:pt x="0" y="237743"/>
                  </a:moveTo>
                  <a:lnTo>
                    <a:pt x="237743" y="237743"/>
                  </a:lnTo>
                  <a:lnTo>
                    <a:pt x="237743" y="0"/>
                  </a:lnTo>
                  <a:lnTo>
                    <a:pt x="0" y="0"/>
                  </a:lnTo>
                  <a:lnTo>
                    <a:pt x="0" y="237743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62" name="object 39" descr=""/>
            <p:cNvPicPr/>
            <p:nvPr/>
          </p:nvPicPr>
          <p:blipFill>
            <a:blip r:embed="rId19"/>
            <a:stretch/>
          </p:blipFill>
          <p:spPr>
            <a:xfrm>
              <a:off x="5885640" y="4049280"/>
              <a:ext cx="415800" cy="417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3" name="object 40"/>
          <p:cNvGrpSpPr/>
          <p:nvPr/>
        </p:nvGrpSpPr>
        <p:grpSpPr>
          <a:xfrm>
            <a:off x="7557480" y="4008240"/>
            <a:ext cx="415800" cy="417240"/>
            <a:chOff x="7557480" y="4008240"/>
            <a:chExt cx="415800" cy="417240"/>
          </a:xfrm>
        </p:grpSpPr>
        <p:sp>
          <p:nvSpPr>
            <p:cNvPr id="264" name="object 41"/>
            <p:cNvSpPr/>
            <p:nvPr/>
          </p:nvSpPr>
          <p:spPr>
            <a:xfrm>
              <a:off x="7641360" y="4096440"/>
              <a:ext cx="239040" cy="23760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9395" h="238125">
                  <a:moveTo>
                    <a:pt x="239268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239268" y="237744"/>
                  </a:lnTo>
                  <a:lnTo>
                    <a:pt x="23926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object 42"/>
            <p:cNvSpPr/>
            <p:nvPr/>
          </p:nvSpPr>
          <p:spPr>
            <a:xfrm>
              <a:off x="7641360" y="4096440"/>
              <a:ext cx="239040" cy="23760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9395" h="238125">
                  <a:moveTo>
                    <a:pt x="0" y="237744"/>
                  </a:moveTo>
                  <a:lnTo>
                    <a:pt x="239268" y="237744"/>
                  </a:lnTo>
                  <a:lnTo>
                    <a:pt x="239268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66" name="object 43" descr=""/>
            <p:cNvPicPr/>
            <p:nvPr/>
          </p:nvPicPr>
          <p:blipFill>
            <a:blip r:embed="rId20"/>
            <a:stretch/>
          </p:blipFill>
          <p:spPr>
            <a:xfrm>
              <a:off x="7557480" y="4008240"/>
              <a:ext cx="415800" cy="4172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7" name="object 44"/>
          <p:cNvGrpSpPr/>
          <p:nvPr/>
        </p:nvGrpSpPr>
        <p:grpSpPr>
          <a:xfrm>
            <a:off x="6626520" y="3826800"/>
            <a:ext cx="660960" cy="785880"/>
            <a:chOff x="6626520" y="3826800"/>
            <a:chExt cx="660960" cy="785880"/>
          </a:xfrm>
        </p:grpSpPr>
        <p:sp>
          <p:nvSpPr>
            <p:cNvPr id="268" name="object 45"/>
            <p:cNvSpPr/>
            <p:nvPr/>
          </p:nvSpPr>
          <p:spPr>
            <a:xfrm>
              <a:off x="6955560" y="4282560"/>
              <a:ext cx="237600" cy="2376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8125" h="238125">
                  <a:moveTo>
                    <a:pt x="237744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237744" y="237744"/>
                  </a:lnTo>
                  <a:lnTo>
                    <a:pt x="23774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" name="object 46"/>
            <p:cNvSpPr/>
            <p:nvPr/>
          </p:nvSpPr>
          <p:spPr>
            <a:xfrm>
              <a:off x="6955560" y="4282560"/>
              <a:ext cx="237600" cy="2376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8125" h="238125">
                  <a:moveTo>
                    <a:pt x="0" y="237744"/>
                  </a:moveTo>
                  <a:lnTo>
                    <a:pt x="237744" y="237744"/>
                  </a:lnTo>
                  <a:lnTo>
                    <a:pt x="237744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70" name="object 47" descr=""/>
            <p:cNvPicPr/>
            <p:nvPr/>
          </p:nvPicPr>
          <p:blipFill>
            <a:blip r:embed="rId21"/>
            <a:stretch/>
          </p:blipFill>
          <p:spPr>
            <a:xfrm>
              <a:off x="6870240" y="4195440"/>
              <a:ext cx="417240" cy="417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1" name="object 48"/>
            <p:cNvSpPr/>
            <p:nvPr/>
          </p:nvSpPr>
          <p:spPr>
            <a:xfrm>
              <a:off x="6710040" y="3913560"/>
              <a:ext cx="239040" cy="23760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9395" h="238125">
                  <a:moveTo>
                    <a:pt x="239268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239268" y="237744"/>
                  </a:lnTo>
                  <a:lnTo>
                    <a:pt x="23926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object 49"/>
            <p:cNvSpPr/>
            <p:nvPr/>
          </p:nvSpPr>
          <p:spPr>
            <a:xfrm>
              <a:off x="6710040" y="3913560"/>
              <a:ext cx="239040" cy="23760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237600"/>
                <a:gd name="textAreaBottom" fmla="*/ 237960 h 237600"/>
              </a:gdLst>
              <a:ahLst/>
              <a:rect l="textAreaLeft" t="textAreaTop" r="textAreaRight" b="textAreaBottom"/>
              <a:pathLst>
                <a:path w="239395" h="238125">
                  <a:moveTo>
                    <a:pt x="0" y="237744"/>
                  </a:moveTo>
                  <a:lnTo>
                    <a:pt x="239268" y="237744"/>
                  </a:lnTo>
                  <a:lnTo>
                    <a:pt x="239268" y="0"/>
                  </a:lnTo>
                  <a:lnTo>
                    <a:pt x="0" y="0"/>
                  </a:lnTo>
                  <a:lnTo>
                    <a:pt x="0" y="237744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73" name="object 50" descr=""/>
            <p:cNvPicPr/>
            <p:nvPr/>
          </p:nvPicPr>
          <p:blipFill>
            <a:blip r:embed="rId22"/>
            <a:stretch/>
          </p:blipFill>
          <p:spPr>
            <a:xfrm>
              <a:off x="6626520" y="3826800"/>
              <a:ext cx="415800" cy="4158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object 3"/>
          <p:cNvSpPr/>
          <p:nvPr/>
        </p:nvSpPr>
        <p:spPr>
          <a:xfrm>
            <a:off x="4572000" y="0"/>
            <a:ext cx="4571640" cy="5143320"/>
          </a:xfrm>
          <a:custGeom>
            <a:avLst/>
            <a:gdLst>
              <a:gd name="textAreaLeft" fmla="*/ 0 w 4571640"/>
              <a:gd name="textAreaRight" fmla="*/ 4572000 w 4571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55800" bIns="0" anchor="t">
            <a:noAutofit/>
          </a:bodyPr>
          <a:p>
            <a:pPr marL="5004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Docker</a:t>
            </a:r>
            <a:r>
              <a:rPr b="1" lang="en-US" sz="2800" spc="-131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Compose:</a:t>
            </a:r>
            <a:r>
              <a:rPr b="1" lang="en-US" sz="2800" spc="-75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WordPress</a:t>
            </a:r>
            <a:r>
              <a:rPr b="0" lang="en-US" sz="2800" spc="-137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Application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object 5"/>
          <p:cNvSpPr/>
          <p:nvPr/>
        </p:nvSpPr>
        <p:spPr>
          <a:xfrm>
            <a:off x="271080" y="486324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900" spc="-52" strike="noStrike">
                <a:solidFill>
                  <a:srgbClr val="797979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8" name="object 6"/>
          <p:cNvGrpSpPr/>
          <p:nvPr/>
        </p:nvGrpSpPr>
        <p:grpSpPr>
          <a:xfrm>
            <a:off x="242280" y="1108080"/>
            <a:ext cx="4218480" cy="444600"/>
            <a:chOff x="242280" y="1108080"/>
            <a:chExt cx="4218480" cy="444600"/>
          </a:xfrm>
        </p:grpSpPr>
        <p:pic>
          <p:nvPicPr>
            <p:cNvPr id="279" name="object 7" descr=""/>
            <p:cNvPicPr/>
            <p:nvPr/>
          </p:nvPicPr>
          <p:blipFill>
            <a:blip r:embed="rId1"/>
            <a:stretch/>
          </p:blipFill>
          <p:spPr>
            <a:xfrm>
              <a:off x="242280" y="1108080"/>
              <a:ext cx="4218120" cy="444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0" name="object 8"/>
            <p:cNvSpPr/>
            <p:nvPr/>
          </p:nvSpPr>
          <p:spPr>
            <a:xfrm>
              <a:off x="242280" y="1108080"/>
              <a:ext cx="4218480" cy="444600"/>
            </a:xfrm>
            <a:custGeom>
              <a:avLst/>
              <a:gdLst>
                <a:gd name="textAreaLeft" fmla="*/ 0 w 4218480"/>
                <a:gd name="textAreaRight" fmla="*/ 4218840 w 4218480"/>
                <a:gd name="textAreaTop" fmla="*/ 0 h 444600"/>
                <a:gd name="textAreaBottom" fmla="*/ 444960 h 444600"/>
              </a:gdLst>
              <a:ahLst/>
              <a:rect l="textAreaLeft" t="textAreaTop" r="textAreaRight" b="textAreaBottom"/>
              <a:pathLst>
                <a:path w="4218940" h="445134">
                  <a:moveTo>
                    <a:pt x="0" y="74167"/>
                  </a:moveTo>
                  <a:lnTo>
                    <a:pt x="5829" y="45273"/>
                  </a:lnTo>
                  <a:lnTo>
                    <a:pt x="21724" y="21701"/>
                  </a:lnTo>
                  <a:lnTo>
                    <a:pt x="45300" y="5820"/>
                  </a:lnTo>
                  <a:lnTo>
                    <a:pt x="74168" y="0"/>
                  </a:lnTo>
                  <a:lnTo>
                    <a:pt x="4144264" y="0"/>
                  </a:lnTo>
                  <a:lnTo>
                    <a:pt x="4173158" y="5820"/>
                  </a:lnTo>
                  <a:lnTo>
                    <a:pt x="4196730" y="21701"/>
                  </a:lnTo>
                  <a:lnTo>
                    <a:pt x="4212611" y="45273"/>
                  </a:lnTo>
                  <a:lnTo>
                    <a:pt x="4218432" y="74167"/>
                  </a:lnTo>
                  <a:lnTo>
                    <a:pt x="4218432" y="370839"/>
                  </a:lnTo>
                  <a:lnTo>
                    <a:pt x="4212611" y="399734"/>
                  </a:lnTo>
                  <a:lnTo>
                    <a:pt x="4196730" y="423306"/>
                  </a:lnTo>
                  <a:lnTo>
                    <a:pt x="4173158" y="439187"/>
                  </a:lnTo>
                  <a:lnTo>
                    <a:pt x="4144264" y="445007"/>
                  </a:lnTo>
                  <a:lnTo>
                    <a:pt x="74168" y="445007"/>
                  </a:lnTo>
                  <a:lnTo>
                    <a:pt x="45300" y="439187"/>
                  </a:lnTo>
                  <a:lnTo>
                    <a:pt x="21724" y="423306"/>
                  </a:lnTo>
                  <a:lnTo>
                    <a:pt x="5829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noFill/>
            <a:ln w="9144">
              <a:solidFill>
                <a:srgbClr val="008b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1" name="object 9"/>
          <p:cNvSpPr/>
          <p:nvPr/>
        </p:nvSpPr>
        <p:spPr>
          <a:xfrm>
            <a:off x="1424520" y="1175040"/>
            <a:ext cx="18392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Without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2" name="object 10"/>
          <p:cNvGrpSpPr/>
          <p:nvPr/>
        </p:nvGrpSpPr>
        <p:grpSpPr>
          <a:xfrm>
            <a:off x="4710600" y="1112400"/>
            <a:ext cx="4228920" cy="446760"/>
            <a:chOff x="4710600" y="1112400"/>
            <a:chExt cx="4228920" cy="446760"/>
          </a:xfrm>
        </p:grpSpPr>
        <p:pic>
          <p:nvPicPr>
            <p:cNvPr id="283" name="object 11" descr=""/>
            <p:cNvPicPr/>
            <p:nvPr/>
          </p:nvPicPr>
          <p:blipFill>
            <a:blip r:embed="rId2"/>
            <a:stretch/>
          </p:blipFill>
          <p:spPr>
            <a:xfrm>
              <a:off x="4710600" y="1112400"/>
              <a:ext cx="4228560" cy="446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4" name="object 12"/>
            <p:cNvSpPr/>
            <p:nvPr/>
          </p:nvSpPr>
          <p:spPr>
            <a:xfrm>
              <a:off x="4710600" y="1112400"/>
              <a:ext cx="4228920" cy="446760"/>
            </a:xfrm>
            <a:custGeom>
              <a:avLst/>
              <a:gdLst>
                <a:gd name="textAreaLeft" fmla="*/ 0 w 4228920"/>
                <a:gd name="textAreaRight" fmla="*/ 4229280 w 4228920"/>
                <a:gd name="textAreaTop" fmla="*/ 0 h 446760"/>
                <a:gd name="textAreaBottom" fmla="*/ 447120 h 446760"/>
              </a:gdLst>
              <a:ahLst/>
              <a:rect l="textAreaLeft" t="textAreaTop" r="textAreaRight" b="textAreaBottom"/>
              <a:pathLst>
                <a:path w="4229100" h="447040">
                  <a:moveTo>
                    <a:pt x="0" y="74421"/>
                  </a:moveTo>
                  <a:lnTo>
                    <a:pt x="5841" y="45434"/>
                  </a:lnTo>
                  <a:lnTo>
                    <a:pt x="21780" y="21780"/>
                  </a:lnTo>
                  <a:lnTo>
                    <a:pt x="45434" y="5841"/>
                  </a:lnTo>
                  <a:lnTo>
                    <a:pt x="74421" y="0"/>
                  </a:lnTo>
                  <a:lnTo>
                    <a:pt x="4154677" y="0"/>
                  </a:lnTo>
                  <a:lnTo>
                    <a:pt x="4183665" y="5841"/>
                  </a:lnTo>
                  <a:lnTo>
                    <a:pt x="4207319" y="21780"/>
                  </a:lnTo>
                  <a:lnTo>
                    <a:pt x="4223257" y="45434"/>
                  </a:lnTo>
                  <a:lnTo>
                    <a:pt x="4229099" y="74421"/>
                  </a:lnTo>
                  <a:lnTo>
                    <a:pt x="4229099" y="372109"/>
                  </a:lnTo>
                  <a:lnTo>
                    <a:pt x="4223257" y="401097"/>
                  </a:lnTo>
                  <a:lnTo>
                    <a:pt x="4207319" y="424751"/>
                  </a:lnTo>
                  <a:lnTo>
                    <a:pt x="4183665" y="440689"/>
                  </a:lnTo>
                  <a:lnTo>
                    <a:pt x="4154677" y="446531"/>
                  </a:lnTo>
                  <a:lnTo>
                    <a:pt x="74421" y="446531"/>
                  </a:lnTo>
                  <a:lnTo>
                    <a:pt x="45434" y="440689"/>
                  </a:lnTo>
                  <a:lnTo>
                    <a:pt x="21780" y="424751"/>
                  </a:lnTo>
                  <a:lnTo>
                    <a:pt x="5841" y="401097"/>
                  </a:lnTo>
                  <a:lnTo>
                    <a:pt x="0" y="372109"/>
                  </a:lnTo>
                  <a:lnTo>
                    <a:pt x="0" y="74421"/>
                  </a:lnTo>
                  <a:close/>
                </a:path>
              </a:pathLst>
            </a:custGeom>
            <a:noFill/>
            <a:ln w="9144">
              <a:solidFill>
                <a:srgbClr val="008bb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5" name="object 13"/>
          <p:cNvSpPr/>
          <p:nvPr/>
        </p:nvSpPr>
        <p:spPr>
          <a:xfrm>
            <a:off x="6065280" y="1180080"/>
            <a:ext cx="15231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With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Compose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object 14"/>
          <p:cNvSpPr/>
          <p:nvPr/>
        </p:nvSpPr>
        <p:spPr>
          <a:xfrm>
            <a:off x="172800" y="2158200"/>
            <a:ext cx="32090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>
              <a:lnSpc>
                <a:spcPct val="110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$docker run</a:t>
            </a:r>
            <a:r>
              <a:rPr b="0" lang="en-US" sz="1000" spc="1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e</a:t>
            </a:r>
            <a:r>
              <a:rPr b="0" lang="en-US" sz="1000" spc="24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MYSQL_ROOT_PASSWORD=&lt;pass&gt;</a:t>
            </a:r>
            <a:r>
              <a:rPr b="0" lang="en-US" sz="1000" spc="18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52" strike="noStrike">
                <a:solidFill>
                  <a:srgbClr val="2853a0"/>
                </a:solidFill>
                <a:latin typeface="Arial"/>
              </a:rPr>
              <a:t>e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MYSQL_DATABASE=wordpress</a:t>
            </a:r>
            <a:r>
              <a:rPr b="0" lang="en-US" sz="1000" spc="69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name</a:t>
            </a:r>
            <a:r>
              <a:rPr b="0" lang="en-US" sz="1000" spc="1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wordpressdb</a:t>
            </a:r>
            <a:r>
              <a:rPr b="0" lang="en-US" sz="1000" spc="24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52" strike="noStrike">
                <a:solidFill>
                  <a:srgbClr val="2853a0"/>
                </a:solidFill>
                <a:latin typeface="Arial"/>
              </a:rPr>
              <a:t>v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"$PWD/database":/var/lib/mysql</a:t>
            </a:r>
            <a:r>
              <a:rPr b="0" lang="en-US" sz="1000" spc="83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d</a:t>
            </a:r>
            <a:r>
              <a:rPr b="0" lang="en-US" sz="1000" spc="7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mysql:latest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object 15"/>
          <p:cNvSpPr/>
          <p:nvPr/>
        </p:nvSpPr>
        <p:spPr>
          <a:xfrm>
            <a:off x="172800" y="2828880"/>
            <a:ext cx="42800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0000"/>
              </a:lnSpc>
              <a:spcBef>
                <a:spcPts val="99"/>
              </a:spcBef>
            </a:pP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$docker run</a:t>
            </a:r>
            <a:r>
              <a:rPr b="0" lang="en-US" sz="1000" spc="18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e</a:t>
            </a:r>
            <a:r>
              <a:rPr b="0" lang="en-US" sz="1000" spc="24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WORDPRESS_DB_PASSWORD=&lt;pass&gt;</a:t>
            </a:r>
            <a:r>
              <a:rPr b="0" lang="en-US" sz="1000" spc="24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--</a:t>
            </a:r>
            <a:r>
              <a:rPr b="0" lang="en-US" sz="1000" spc="-21" strike="noStrike">
                <a:solidFill>
                  <a:srgbClr val="2853a0"/>
                </a:solidFill>
                <a:latin typeface="Arial"/>
              </a:rPr>
              <a:t>name</a:t>
            </a:r>
            <a:r>
              <a:rPr b="0" lang="en-US" sz="1000" spc="497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wordpress</a:t>
            </a:r>
            <a:r>
              <a:rPr b="0" lang="en-US" sz="1000" spc="-2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link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wordpressdb:mysql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 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p</a:t>
            </a:r>
            <a:r>
              <a:rPr b="0" lang="en-US" sz="1000" spc="-26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80:80</a:t>
            </a:r>
            <a:r>
              <a:rPr b="0" lang="en-US" sz="1000" spc="-3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v</a:t>
            </a:r>
            <a:r>
              <a:rPr b="0" lang="en-US" sz="1000" spc="-21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"$PWD/html":/var/www/html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000" spc="-1" strike="noStrike">
                <a:solidFill>
                  <a:srgbClr val="2853a0"/>
                </a:solidFill>
                <a:latin typeface="Arial"/>
              </a:rPr>
              <a:t>d</a:t>
            </a:r>
            <a:r>
              <a:rPr b="0" lang="en-US" sz="1000" spc="-7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2853a0"/>
                </a:solidFill>
                <a:latin typeface="Arial"/>
              </a:rPr>
              <a:t>wordpress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object 16"/>
          <p:cNvSpPr/>
          <p:nvPr/>
        </p:nvSpPr>
        <p:spPr>
          <a:xfrm>
            <a:off x="4859280" y="2084040"/>
            <a:ext cx="2648160" cy="24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services: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17360">
              <a:lnSpc>
                <a:spcPct val="100000"/>
              </a:lnSpc>
            </a:pP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db: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8792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image:</a:t>
            </a:r>
            <a:r>
              <a:rPr b="0" lang="en-US" sz="10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mysql:5.7 volumes: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87920" indent="6876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db_data:/var/lib/mysql environment: MYSQL_ROOT_PASSWORD: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52280" indent="6876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MYSQL_DATABASE:</a:t>
            </a:r>
            <a:r>
              <a:rPr b="0" lang="en-US" sz="1000" spc="7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wordpress wordpress: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265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depends_on: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50148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26" strike="noStrike">
                <a:solidFill>
                  <a:srgbClr val="000000"/>
                </a:solidFill>
                <a:latin typeface="Arial"/>
              </a:rPr>
              <a:t>db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87920" indent="1386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image:</a:t>
            </a:r>
            <a:r>
              <a:rPr b="0" lang="en-US" sz="10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wordpress:latest ports: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5596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 "80:80"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55960" indent="-68760">
              <a:lnSpc>
                <a:spcPct val="10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1000" spc="-12" strike="noStrike">
                <a:solidFill>
                  <a:srgbClr val="000000"/>
                </a:solidFill>
                <a:latin typeface="Arial"/>
              </a:rPr>
              <a:t>environment: WORDPRESS_DB_PASSWORD=&lt;pass&gt;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2"/>
          <p:cNvSpPr/>
          <p:nvPr/>
        </p:nvSpPr>
        <p:spPr>
          <a:xfrm>
            <a:off x="0" y="4354560"/>
            <a:ext cx="2931480" cy="1080"/>
          </a:xfrm>
          <a:custGeom>
            <a:avLst/>
            <a:gdLst>
              <a:gd name="textAreaLeft" fmla="*/ 0 w 2931480"/>
              <a:gd name="textAreaRight" fmla="*/ 2931840 w 2931480"/>
              <a:gd name="textAreaTop" fmla="*/ 0 h 1080"/>
              <a:gd name="textAreaBottom" fmla="*/ 1440 h 1080"/>
            </a:gdLst>
            <a:ahLst/>
            <a:rect l="textAreaLeft" t="textAreaTop" r="textAreaRight" b="textAreaBottom"/>
            <a:pathLst>
              <a:path w="2931795" h="1270">
                <a:moveTo>
                  <a:pt x="2931668" y="1151"/>
                </a:moveTo>
                <a:lnTo>
                  <a:pt x="0" y="0"/>
                </a:lnTo>
              </a:path>
            </a:pathLst>
          </a:custGeom>
          <a:noFill/>
          <a:ln w="12192">
            <a:solidFill>
              <a:srgbClr val="3cc5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0" name="object 3"/>
          <p:cNvGrpSpPr/>
          <p:nvPr/>
        </p:nvGrpSpPr>
        <p:grpSpPr>
          <a:xfrm>
            <a:off x="0" y="789480"/>
            <a:ext cx="9144000" cy="3688560"/>
            <a:chOff x="0" y="789480"/>
            <a:chExt cx="9144000" cy="3688560"/>
          </a:xfrm>
        </p:grpSpPr>
        <p:sp>
          <p:nvSpPr>
            <p:cNvPr id="291" name="object 4"/>
            <p:cNvSpPr/>
            <p:nvPr/>
          </p:nvSpPr>
          <p:spPr>
            <a:xfrm>
              <a:off x="0" y="2891160"/>
              <a:ext cx="3459240" cy="96120"/>
            </a:xfrm>
            <a:custGeom>
              <a:avLst/>
              <a:gdLst>
                <a:gd name="textAreaLeft" fmla="*/ 0 w 3459240"/>
                <a:gd name="textAreaRight" fmla="*/ 3459600 w 3459240"/>
                <a:gd name="textAreaTop" fmla="*/ 0 h 96120"/>
                <a:gd name="textAreaBottom" fmla="*/ 96480 h 96120"/>
              </a:gdLst>
              <a:ahLst/>
              <a:rect l="textAreaLeft" t="textAreaTop" r="textAreaRight" b="textAreaBottom"/>
              <a:pathLst>
                <a:path w="3459479" h="96519">
                  <a:moveTo>
                    <a:pt x="0" y="0"/>
                  </a:moveTo>
                  <a:lnTo>
                    <a:pt x="3363214" y="0"/>
                  </a:lnTo>
                  <a:lnTo>
                    <a:pt x="3400704" y="7558"/>
                  </a:lnTo>
                  <a:lnTo>
                    <a:pt x="3431301" y="28178"/>
                  </a:lnTo>
                  <a:lnTo>
                    <a:pt x="3451921" y="58775"/>
                  </a:lnTo>
                  <a:lnTo>
                    <a:pt x="3459479" y="96266"/>
                  </a:lnTo>
                </a:path>
              </a:pathLst>
            </a:custGeom>
            <a:noFill/>
            <a:ln w="12192">
              <a:solidFill>
                <a:srgbClr val="3cc5e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2" name="object 5"/>
            <p:cNvSpPr/>
            <p:nvPr/>
          </p:nvSpPr>
          <p:spPr>
            <a:xfrm>
              <a:off x="5672160" y="789480"/>
              <a:ext cx="3471840" cy="1465920"/>
            </a:xfrm>
            <a:custGeom>
              <a:avLst/>
              <a:gdLst>
                <a:gd name="textAreaLeft" fmla="*/ 0 w 3471840"/>
                <a:gd name="textAreaRight" fmla="*/ 3472200 w 3471840"/>
                <a:gd name="textAreaTop" fmla="*/ 0 h 1465920"/>
                <a:gd name="textAreaBottom" fmla="*/ 1466280 h 1465920"/>
              </a:gdLst>
              <a:ahLst/>
              <a:rect l="textAreaLeft" t="textAreaTop" r="textAreaRight" b="textAreaBottom"/>
              <a:pathLst>
                <a:path w="3472179" h="1466214">
                  <a:moveTo>
                    <a:pt x="0" y="96265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6" y="0"/>
                  </a:lnTo>
                  <a:lnTo>
                    <a:pt x="3469894" y="0"/>
                  </a:lnTo>
                  <a:lnTo>
                    <a:pt x="3471672" y="358"/>
                  </a:lnTo>
                </a:path>
                <a:path w="3472179" h="1466214">
                  <a:moveTo>
                    <a:pt x="3471672" y="1463570"/>
                  </a:moveTo>
                  <a:lnTo>
                    <a:pt x="3469894" y="1463928"/>
                  </a:lnTo>
                  <a:lnTo>
                    <a:pt x="487299" y="1466087"/>
                  </a:lnTo>
                </a:path>
              </a:pathLst>
            </a:custGeom>
            <a:noFill/>
            <a:ln w="12192">
              <a:solidFill>
                <a:srgbClr val="8f9da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" name="object 6"/>
            <p:cNvSpPr/>
            <p:nvPr/>
          </p:nvSpPr>
          <p:spPr>
            <a:xfrm>
              <a:off x="5097240" y="842760"/>
              <a:ext cx="1020240" cy="1524960"/>
            </a:xfrm>
            <a:custGeom>
              <a:avLst/>
              <a:gdLst>
                <a:gd name="textAreaLeft" fmla="*/ 0 w 1020240"/>
                <a:gd name="textAreaRight" fmla="*/ 1020600 w 102024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1020445" h="1525270">
                  <a:moveTo>
                    <a:pt x="538606" y="0"/>
                  </a:moveTo>
                  <a:lnTo>
                    <a:pt x="481427" y="2137"/>
                  </a:lnTo>
                  <a:lnTo>
                    <a:pt x="427021" y="8550"/>
                  </a:lnTo>
                  <a:lnTo>
                    <a:pt x="375397" y="19234"/>
                  </a:lnTo>
                  <a:lnTo>
                    <a:pt x="326562" y="34188"/>
                  </a:lnTo>
                  <a:lnTo>
                    <a:pt x="280521" y="53410"/>
                  </a:lnTo>
                  <a:lnTo>
                    <a:pt x="237281" y="76897"/>
                  </a:lnTo>
                  <a:lnTo>
                    <a:pt x="196850" y="104648"/>
                  </a:lnTo>
                  <a:lnTo>
                    <a:pt x="164387" y="132913"/>
                  </a:lnTo>
                  <a:lnTo>
                    <a:pt x="135389" y="165419"/>
                  </a:lnTo>
                  <a:lnTo>
                    <a:pt x="109856" y="202166"/>
                  </a:lnTo>
                  <a:lnTo>
                    <a:pt x="87788" y="243157"/>
                  </a:lnTo>
                  <a:lnTo>
                    <a:pt x="69185" y="288392"/>
                  </a:lnTo>
                  <a:lnTo>
                    <a:pt x="54046" y="337873"/>
                  </a:lnTo>
                  <a:lnTo>
                    <a:pt x="42372" y="391602"/>
                  </a:lnTo>
                  <a:lnTo>
                    <a:pt x="34162" y="449579"/>
                  </a:lnTo>
                  <a:lnTo>
                    <a:pt x="324230" y="478536"/>
                  </a:lnTo>
                  <a:lnTo>
                    <a:pt x="331184" y="419359"/>
                  </a:lnTo>
                  <a:lnTo>
                    <a:pt x="343852" y="369268"/>
                  </a:lnTo>
                  <a:lnTo>
                    <a:pt x="362235" y="328249"/>
                  </a:lnTo>
                  <a:lnTo>
                    <a:pt x="386333" y="296290"/>
                  </a:lnTo>
                  <a:lnTo>
                    <a:pt x="449564" y="255031"/>
                  </a:lnTo>
                  <a:lnTo>
                    <a:pt x="488150" y="244730"/>
                  </a:lnTo>
                  <a:lnTo>
                    <a:pt x="531367" y="241300"/>
                  </a:lnTo>
                  <a:lnTo>
                    <a:pt x="574970" y="244582"/>
                  </a:lnTo>
                  <a:lnTo>
                    <a:pt x="613584" y="254412"/>
                  </a:lnTo>
                  <a:lnTo>
                    <a:pt x="675893" y="293624"/>
                  </a:lnTo>
                  <a:lnTo>
                    <a:pt x="715152" y="357250"/>
                  </a:lnTo>
                  <a:lnTo>
                    <a:pt x="724953" y="397494"/>
                  </a:lnTo>
                  <a:lnTo>
                    <a:pt x="728217" y="443356"/>
                  </a:lnTo>
                  <a:lnTo>
                    <a:pt x="724457" y="487503"/>
                  </a:lnTo>
                  <a:lnTo>
                    <a:pt x="713184" y="531923"/>
                  </a:lnTo>
                  <a:lnTo>
                    <a:pt x="694410" y="576605"/>
                  </a:lnTo>
                  <a:lnTo>
                    <a:pt x="668147" y="621538"/>
                  </a:lnTo>
                  <a:lnTo>
                    <a:pt x="630236" y="668433"/>
                  </a:lnTo>
                  <a:lnTo>
                    <a:pt x="601956" y="699125"/>
                  </a:lnTo>
                  <a:lnTo>
                    <a:pt x="567462" y="734639"/>
                  </a:lnTo>
                  <a:lnTo>
                    <a:pt x="526756" y="774972"/>
                  </a:lnTo>
                  <a:lnTo>
                    <a:pt x="479841" y="820120"/>
                  </a:lnTo>
                  <a:lnTo>
                    <a:pt x="379453" y="914558"/>
                  </a:lnTo>
                  <a:lnTo>
                    <a:pt x="335417" y="957248"/>
                  </a:lnTo>
                  <a:lnTo>
                    <a:pt x="294612" y="998146"/>
                  </a:lnTo>
                  <a:lnTo>
                    <a:pt x="257037" y="1037251"/>
                  </a:lnTo>
                  <a:lnTo>
                    <a:pt x="222694" y="1074562"/>
                  </a:lnTo>
                  <a:lnTo>
                    <a:pt x="191582" y="1110079"/>
                  </a:lnTo>
                  <a:lnTo>
                    <a:pt x="163700" y="1143800"/>
                  </a:lnTo>
                  <a:lnTo>
                    <a:pt x="139049" y="1175726"/>
                  </a:lnTo>
                  <a:lnTo>
                    <a:pt x="99440" y="1234185"/>
                  </a:lnTo>
                  <a:lnTo>
                    <a:pt x="73659" y="1280404"/>
                  </a:lnTo>
                  <a:lnTo>
                    <a:pt x="51561" y="1327498"/>
                  </a:lnTo>
                  <a:lnTo>
                    <a:pt x="33146" y="1375473"/>
                  </a:lnTo>
                  <a:lnTo>
                    <a:pt x="18414" y="1424337"/>
                  </a:lnTo>
                  <a:lnTo>
                    <a:pt x="7365" y="1474098"/>
                  </a:lnTo>
                  <a:lnTo>
                    <a:pt x="0" y="1524761"/>
                  </a:lnTo>
                  <a:lnTo>
                    <a:pt x="1020317" y="1524761"/>
                  </a:lnTo>
                  <a:lnTo>
                    <a:pt x="1020317" y="1254378"/>
                  </a:lnTo>
                  <a:lnTo>
                    <a:pt x="442340" y="1254378"/>
                  </a:lnTo>
                  <a:lnTo>
                    <a:pt x="454576" y="1234614"/>
                  </a:lnTo>
                  <a:lnTo>
                    <a:pt x="484381" y="1194228"/>
                  </a:lnTo>
                  <a:lnTo>
                    <a:pt x="520649" y="1153659"/>
                  </a:lnTo>
                  <a:lnTo>
                    <a:pt x="582371" y="1093331"/>
                  </a:lnTo>
                  <a:lnTo>
                    <a:pt x="625348" y="1052975"/>
                  </a:lnTo>
                  <a:lnTo>
                    <a:pt x="676401" y="1005839"/>
                  </a:lnTo>
                  <a:lnTo>
                    <a:pt x="728097" y="957618"/>
                  </a:lnTo>
                  <a:lnTo>
                    <a:pt x="773001" y="914139"/>
                  </a:lnTo>
                  <a:lnTo>
                    <a:pt x="811120" y="875391"/>
                  </a:lnTo>
                  <a:lnTo>
                    <a:pt x="842461" y="841361"/>
                  </a:lnTo>
                  <a:lnTo>
                    <a:pt x="867028" y="812038"/>
                  </a:lnTo>
                  <a:lnTo>
                    <a:pt x="904174" y="761890"/>
                  </a:lnTo>
                  <a:lnTo>
                    <a:pt x="935974" y="712803"/>
                  </a:lnTo>
                  <a:lnTo>
                    <a:pt x="962415" y="664787"/>
                  </a:lnTo>
                  <a:lnTo>
                    <a:pt x="983488" y="617854"/>
                  </a:lnTo>
                  <a:lnTo>
                    <a:pt x="999583" y="570924"/>
                  </a:lnTo>
                  <a:lnTo>
                    <a:pt x="1011094" y="522731"/>
                  </a:lnTo>
                  <a:lnTo>
                    <a:pt x="1018010" y="473301"/>
                  </a:lnTo>
                  <a:lnTo>
                    <a:pt x="1020317" y="422655"/>
                  </a:lnTo>
                  <a:lnTo>
                    <a:pt x="1017697" y="372364"/>
                  </a:lnTo>
                  <a:lnTo>
                    <a:pt x="1009833" y="324472"/>
                  </a:lnTo>
                  <a:lnTo>
                    <a:pt x="996724" y="278984"/>
                  </a:lnTo>
                  <a:lnTo>
                    <a:pt x="978368" y="235904"/>
                  </a:lnTo>
                  <a:lnTo>
                    <a:pt x="954763" y="195237"/>
                  </a:lnTo>
                  <a:lnTo>
                    <a:pt x="925905" y="156986"/>
                  </a:lnTo>
                  <a:lnTo>
                    <a:pt x="891793" y="121157"/>
                  </a:lnTo>
                  <a:lnTo>
                    <a:pt x="858188" y="92761"/>
                  </a:lnTo>
                  <a:lnTo>
                    <a:pt x="821570" y="68151"/>
                  </a:lnTo>
                  <a:lnTo>
                    <a:pt x="781940" y="47327"/>
                  </a:lnTo>
                  <a:lnTo>
                    <a:pt x="739298" y="30289"/>
                  </a:lnTo>
                  <a:lnTo>
                    <a:pt x="693644" y="17037"/>
                  </a:lnTo>
                  <a:lnTo>
                    <a:pt x="644977" y="7572"/>
                  </a:lnTo>
                  <a:lnTo>
                    <a:pt x="593298" y="1893"/>
                  </a:lnTo>
                  <a:lnTo>
                    <a:pt x="538606" y="0"/>
                  </a:lnTo>
                  <a:close/>
                </a:path>
              </a:pathLst>
            </a:custGeom>
            <a:solidFill>
              <a:srgbClr val="8f9d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object 7"/>
            <p:cNvSpPr/>
            <p:nvPr/>
          </p:nvSpPr>
          <p:spPr>
            <a:xfrm>
              <a:off x="5097240" y="842760"/>
              <a:ext cx="1020240" cy="1524960"/>
            </a:xfrm>
            <a:custGeom>
              <a:avLst/>
              <a:gdLst>
                <a:gd name="textAreaLeft" fmla="*/ 0 w 1020240"/>
                <a:gd name="textAreaRight" fmla="*/ 1020600 w 102024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1020445" h="1525270">
                  <a:moveTo>
                    <a:pt x="538606" y="0"/>
                  </a:moveTo>
                  <a:lnTo>
                    <a:pt x="593298" y="1893"/>
                  </a:lnTo>
                  <a:lnTo>
                    <a:pt x="644977" y="7572"/>
                  </a:lnTo>
                  <a:lnTo>
                    <a:pt x="693644" y="17037"/>
                  </a:lnTo>
                  <a:lnTo>
                    <a:pt x="739298" y="30289"/>
                  </a:lnTo>
                  <a:lnTo>
                    <a:pt x="781940" y="47327"/>
                  </a:lnTo>
                  <a:lnTo>
                    <a:pt x="821570" y="68151"/>
                  </a:lnTo>
                  <a:lnTo>
                    <a:pt x="858188" y="92761"/>
                  </a:lnTo>
                  <a:lnTo>
                    <a:pt x="891793" y="121157"/>
                  </a:lnTo>
                  <a:lnTo>
                    <a:pt x="925905" y="156986"/>
                  </a:lnTo>
                  <a:lnTo>
                    <a:pt x="954763" y="195237"/>
                  </a:lnTo>
                  <a:lnTo>
                    <a:pt x="978368" y="235904"/>
                  </a:lnTo>
                  <a:lnTo>
                    <a:pt x="996724" y="278984"/>
                  </a:lnTo>
                  <a:lnTo>
                    <a:pt x="1009833" y="324472"/>
                  </a:lnTo>
                  <a:lnTo>
                    <a:pt x="1017697" y="372364"/>
                  </a:lnTo>
                  <a:lnTo>
                    <a:pt x="1020317" y="422655"/>
                  </a:lnTo>
                  <a:lnTo>
                    <a:pt x="1018010" y="473301"/>
                  </a:lnTo>
                  <a:lnTo>
                    <a:pt x="1011094" y="522731"/>
                  </a:lnTo>
                  <a:lnTo>
                    <a:pt x="999583" y="570924"/>
                  </a:lnTo>
                  <a:lnTo>
                    <a:pt x="983488" y="617854"/>
                  </a:lnTo>
                  <a:lnTo>
                    <a:pt x="962415" y="664787"/>
                  </a:lnTo>
                  <a:lnTo>
                    <a:pt x="935974" y="712803"/>
                  </a:lnTo>
                  <a:lnTo>
                    <a:pt x="904174" y="761890"/>
                  </a:lnTo>
                  <a:lnTo>
                    <a:pt x="867028" y="812038"/>
                  </a:lnTo>
                  <a:lnTo>
                    <a:pt x="842461" y="841361"/>
                  </a:lnTo>
                  <a:lnTo>
                    <a:pt x="811120" y="875391"/>
                  </a:lnTo>
                  <a:lnTo>
                    <a:pt x="773001" y="914139"/>
                  </a:lnTo>
                  <a:lnTo>
                    <a:pt x="728097" y="957618"/>
                  </a:lnTo>
                  <a:lnTo>
                    <a:pt x="676401" y="1005839"/>
                  </a:lnTo>
                  <a:lnTo>
                    <a:pt x="625348" y="1052975"/>
                  </a:lnTo>
                  <a:lnTo>
                    <a:pt x="582371" y="1093331"/>
                  </a:lnTo>
                  <a:lnTo>
                    <a:pt x="547471" y="1126897"/>
                  </a:lnTo>
                  <a:lnTo>
                    <a:pt x="501903" y="1173607"/>
                  </a:lnTo>
                  <a:lnTo>
                    <a:pt x="468598" y="1214564"/>
                  </a:lnTo>
                  <a:lnTo>
                    <a:pt x="442340" y="1254378"/>
                  </a:lnTo>
                  <a:lnTo>
                    <a:pt x="1020317" y="1254378"/>
                  </a:lnTo>
                  <a:lnTo>
                    <a:pt x="1020317" y="1524761"/>
                  </a:lnTo>
                  <a:lnTo>
                    <a:pt x="0" y="1524761"/>
                  </a:lnTo>
                  <a:lnTo>
                    <a:pt x="7365" y="1474098"/>
                  </a:lnTo>
                  <a:lnTo>
                    <a:pt x="18414" y="1424337"/>
                  </a:lnTo>
                  <a:lnTo>
                    <a:pt x="33146" y="1375473"/>
                  </a:lnTo>
                  <a:lnTo>
                    <a:pt x="51561" y="1327498"/>
                  </a:lnTo>
                  <a:lnTo>
                    <a:pt x="73659" y="1280404"/>
                  </a:lnTo>
                  <a:lnTo>
                    <a:pt x="99440" y="1234185"/>
                  </a:lnTo>
                  <a:lnTo>
                    <a:pt x="139049" y="1175726"/>
                  </a:lnTo>
                  <a:lnTo>
                    <a:pt x="163700" y="1143800"/>
                  </a:lnTo>
                  <a:lnTo>
                    <a:pt x="191582" y="1110079"/>
                  </a:lnTo>
                  <a:lnTo>
                    <a:pt x="222694" y="1074562"/>
                  </a:lnTo>
                  <a:lnTo>
                    <a:pt x="257037" y="1037251"/>
                  </a:lnTo>
                  <a:lnTo>
                    <a:pt x="294612" y="998146"/>
                  </a:lnTo>
                  <a:lnTo>
                    <a:pt x="335417" y="957248"/>
                  </a:lnTo>
                  <a:lnTo>
                    <a:pt x="379453" y="914558"/>
                  </a:lnTo>
                  <a:lnTo>
                    <a:pt x="426719" y="870076"/>
                  </a:lnTo>
                  <a:lnTo>
                    <a:pt x="479841" y="820120"/>
                  </a:lnTo>
                  <a:lnTo>
                    <a:pt x="526756" y="774972"/>
                  </a:lnTo>
                  <a:lnTo>
                    <a:pt x="567462" y="734639"/>
                  </a:lnTo>
                  <a:lnTo>
                    <a:pt x="601956" y="699125"/>
                  </a:lnTo>
                  <a:lnTo>
                    <a:pt x="630236" y="668433"/>
                  </a:lnTo>
                  <a:lnTo>
                    <a:pt x="668147" y="621538"/>
                  </a:lnTo>
                  <a:lnTo>
                    <a:pt x="694410" y="576605"/>
                  </a:lnTo>
                  <a:lnTo>
                    <a:pt x="713184" y="531923"/>
                  </a:lnTo>
                  <a:lnTo>
                    <a:pt x="724457" y="487503"/>
                  </a:lnTo>
                  <a:lnTo>
                    <a:pt x="728217" y="443356"/>
                  </a:lnTo>
                  <a:lnTo>
                    <a:pt x="724953" y="397494"/>
                  </a:lnTo>
                  <a:lnTo>
                    <a:pt x="715152" y="357250"/>
                  </a:lnTo>
                  <a:lnTo>
                    <a:pt x="698803" y="322627"/>
                  </a:lnTo>
                  <a:lnTo>
                    <a:pt x="647221" y="270767"/>
                  </a:lnTo>
                  <a:lnTo>
                    <a:pt x="574970" y="244582"/>
                  </a:lnTo>
                  <a:lnTo>
                    <a:pt x="531367" y="241300"/>
                  </a:lnTo>
                  <a:lnTo>
                    <a:pt x="488150" y="244730"/>
                  </a:lnTo>
                  <a:lnTo>
                    <a:pt x="449564" y="255031"/>
                  </a:lnTo>
                  <a:lnTo>
                    <a:pt x="386333" y="296290"/>
                  </a:lnTo>
                  <a:lnTo>
                    <a:pt x="362235" y="328249"/>
                  </a:lnTo>
                  <a:lnTo>
                    <a:pt x="343852" y="369268"/>
                  </a:lnTo>
                  <a:lnTo>
                    <a:pt x="331184" y="419359"/>
                  </a:lnTo>
                  <a:lnTo>
                    <a:pt x="324230" y="478536"/>
                  </a:lnTo>
                  <a:lnTo>
                    <a:pt x="34162" y="449579"/>
                  </a:lnTo>
                  <a:lnTo>
                    <a:pt x="42372" y="391602"/>
                  </a:lnTo>
                  <a:lnTo>
                    <a:pt x="54046" y="337873"/>
                  </a:lnTo>
                  <a:lnTo>
                    <a:pt x="69185" y="288392"/>
                  </a:lnTo>
                  <a:lnTo>
                    <a:pt x="87788" y="243157"/>
                  </a:lnTo>
                  <a:lnTo>
                    <a:pt x="109856" y="202166"/>
                  </a:lnTo>
                  <a:lnTo>
                    <a:pt x="135389" y="165419"/>
                  </a:lnTo>
                  <a:lnTo>
                    <a:pt x="164387" y="132913"/>
                  </a:lnTo>
                  <a:lnTo>
                    <a:pt x="196850" y="104648"/>
                  </a:lnTo>
                  <a:lnTo>
                    <a:pt x="237281" y="76897"/>
                  </a:lnTo>
                  <a:lnTo>
                    <a:pt x="280521" y="53410"/>
                  </a:lnTo>
                  <a:lnTo>
                    <a:pt x="326562" y="34188"/>
                  </a:lnTo>
                  <a:lnTo>
                    <a:pt x="375397" y="19234"/>
                  </a:lnTo>
                  <a:lnTo>
                    <a:pt x="427021" y="8550"/>
                  </a:lnTo>
                  <a:lnTo>
                    <a:pt x="481427" y="2137"/>
                  </a:lnTo>
                  <a:lnTo>
                    <a:pt x="538606" y="0"/>
                  </a:lnTo>
                  <a:close/>
                </a:path>
              </a:pathLst>
            </a:custGeom>
            <a:noFill/>
            <a:ln w="19812">
              <a:solidFill>
                <a:srgbClr val="edeb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" name="object 8"/>
            <p:cNvSpPr/>
            <p:nvPr/>
          </p:nvSpPr>
          <p:spPr>
            <a:xfrm>
              <a:off x="2914560" y="2927880"/>
              <a:ext cx="1008720" cy="1550160"/>
            </a:xfrm>
            <a:custGeom>
              <a:avLst/>
              <a:gdLst>
                <a:gd name="textAreaLeft" fmla="*/ 0 w 1008720"/>
                <a:gd name="textAreaRight" fmla="*/ 1009080 w 1008720"/>
                <a:gd name="textAreaTop" fmla="*/ 0 h 1550160"/>
                <a:gd name="textAreaBottom" fmla="*/ 1550520 h 1550160"/>
              </a:gdLst>
              <a:ahLst/>
              <a:rect l="textAreaLeft" t="textAreaTop" r="textAreaRight" b="textAreaBottom"/>
              <a:pathLst>
                <a:path w="1009014" h="1550670">
                  <a:moveTo>
                    <a:pt x="489966" y="0"/>
                  </a:moveTo>
                  <a:lnTo>
                    <a:pt x="440801" y="1876"/>
                  </a:lnTo>
                  <a:lnTo>
                    <a:pt x="393588" y="7514"/>
                  </a:lnTo>
                  <a:lnTo>
                    <a:pt x="348325" y="16925"/>
                  </a:lnTo>
                  <a:lnTo>
                    <a:pt x="305013" y="30122"/>
                  </a:lnTo>
                  <a:lnTo>
                    <a:pt x="263652" y="47117"/>
                  </a:lnTo>
                  <a:lnTo>
                    <a:pt x="215935" y="72856"/>
                  </a:lnTo>
                  <a:lnTo>
                    <a:pt x="173767" y="103012"/>
                  </a:lnTo>
                  <a:lnTo>
                    <a:pt x="137171" y="137574"/>
                  </a:lnTo>
                  <a:lnTo>
                    <a:pt x="106172" y="176530"/>
                  </a:lnTo>
                  <a:lnTo>
                    <a:pt x="84745" y="211672"/>
                  </a:lnTo>
                  <a:lnTo>
                    <a:pt x="65580" y="251258"/>
                  </a:lnTo>
                  <a:lnTo>
                    <a:pt x="48683" y="295283"/>
                  </a:lnTo>
                  <a:lnTo>
                    <a:pt x="34060" y="343739"/>
                  </a:lnTo>
                  <a:lnTo>
                    <a:pt x="21717" y="396621"/>
                  </a:lnTo>
                  <a:lnTo>
                    <a:pt x="290068" y="442214"/>
                  </a:lnTo>
                  <a:lnTo>
                    <a:pt x="298356" y="395470"/>
                  </a:lnTo>
                  <a:lnTo>
                    <a:pt x="311800" y="354679"/>
                  </a:lnTo>
                  <a:lnTo>
                    <a:pt x="330412" y="319841"/>
                  </a:lnTo>
                  <a:lnTo>
                    <a:pt x="382019" y="268360"/>
                  </a:lnTo>
                  <a:lnTo>
                    <a:pt x="445750" y="242504"/>
                  </a:lnTo>
                  <a:lnTo>
                    <a:pt x="481711" y="239268"/>
                  </a:lnTo>
                  <a:lnTo>
                    <a:pt x="517644" y="242105"/>
                  </a:lnTo>
                  <a:lnTo>
                    <a:pt x="578223" y="264878"/>
                  </a:lnTo>
                  <a:lnTo>
                    <a:pt x="622798" y="309576"/>
                  </a:lnTo>
                  <a:lnTo>
                    <a:pt x="645606" y="370675"/>
                  </a:lnTo>
                  <a:lnTo>
                    <a:pt x="648462" y="407035"/>
                  </a:lnTo>
                  <a:lnTo>
                    <a:pt x="644578" y="449851"/>
                  </a:lnTo>
                  <a:lnTo>
                    <a:pt x="632920" y="488203"/>
                  </a:lnTo>
                  <a:lnTo>
                    <a:pt x="613475" y="522102"/>
                  </a:lnTo>
                  <a:lnTo>
                    <a:pt x="586232" y="551561"/>
                  </a:lnTo>
                  <a:lnTo>
                    <a:pt x="551680" y="575133"/>
                  </a:lnTo>
                  <a:lnTo>
                    <a:pt x="510127" y="591550"/>
                  </a:lnTo>
                  <a:lnTo>
                    <a:pt x="461573" y="600799"/>
                  </a:lnTo>
                  <a:lnTo>
                    <a:pt x="406019" y="602869"/>
                  </a:lnTo>
                  <a:lnTo>
                    <a:pt x="373888" y="839978"/>
                  </a:lnTo>
                  <a:lnTo>
                    <a:pt x="411392" y="830476"/>
                  </a:lnTo>
                  <a:lnTo>
                    <a:pt x="446182" y="823690"/>
                  </a:lnTo>
                  <a:lnTo>
                    <a:pt x="478258" y="819618"/>
                  </a:lnTo>
                  <a:lnTo>
                    <a:pt x="507619" y="818261"/>
                  </a:lnTo>
                  <a:lnTo>
                    <a:pt x="548407" y="822283"/>
                  </a:lnTo>
                  <a:lnTo>
                    <a:pt x="585993" y="834342"/>
                  </a:lnTo>
                  <a:lnTo>
                    <a:pt x="620365" y="854426"/>
                  </a:lnTo>
                  <a:lnTo>
                    <a:pt x="651509" y="882523"/>
                  </a:lnTo>
                  <a:lnTo>
                    <a:pt x="677346" y="917470"/>
                  </a:lnTo>
                  <a:lnTo>
                    <a:pt x="695801" y="958114"/>
                  </a:lnTo>
                  <a:lnTo>
                    <a:pt x="706874" y="1004457"/>
                  </a:lnTo>
                  <a:lnTo>
                    <a:pt x="710565" y="1056500"/>
                  </a:lnTo>
                  <a:lnTo>
                    <a:pt x="706709" y="1111530"/>
                  </a:lnTo>
                  <a:lnTo>
                    <a:pt x="695150" y="1160606"/>
                  </a:lnTo>
                  <a:lnTo>
                    <a:pt x="675899" y="1203727"/>
                  </a:lnTo>
                  <a:lnTo>
                    <a:pt x="648969" y="1240891"/>
                  </a:lnTo>
                  <a:lnTo>
                    <a:pt x="616344" y="1270797"/>
                  </a:lnTo>
                  <a:lnTo>
                    <a:pt x="580183" y="1292161"/>
                  </a:lnTo>
                  <a:lnTo>
                    <a:pt x="540474" y="1304981"/>
                  </a:lnTo>
                  <a:lnTo>
                    <a:pt x="497205" y="1309255"/>
                  </a:lnTo>
                  <a:lnTo>
                    <a:pt x="456822" y="1305693"/>
                  </a:lnTo>
                  <a:lnTo>
                    <a:pt x="419512" y="1295009"/>
                  </a:lnTo>
                  <a:lnTo>
                    <a:pt x="385298" y="1277205"/>
                  </a:lnTo>
                  <a:lnTo>
                    <a:pt x="354203" y="1252283"/>
                  </a:lnTo>
                  <a:lnTo>
                    <a:pt x="327586" y="1220622"/>
                  </a:lnTo>
                  <a:lnTo>
                    <a:pt x="306625" y="1182617"/>
                  </a:lnTo>
                  <a:lnTo>
                    <a:pt x="291355" y="1138269"/>
                  </a:lnTo>
                  <a:lnTo>
                    <a:pt x="281813" y="1087577"/>
                  </a:lnTo>
                  <a:lnTo>
                    <a:pt x="0" y="1121765"/>
                  </a:lnTo>
                  <a:lnTo>
                    <a:pt x="8530" y="1175025"/>
                  </a:lnTo>
                  <a:lnTo>
                    <a:pt x="21712" y="1225305"/>
                  </a:lnTo>
                  <a:lnTo>
                    <a:pt x="39548" y="1272605"/>
                  </a:lnTo>
                  <a:lnTo>
                    <a:pt x="62041" y="1316925"/>
                  </a:lnTo>
                  <a:lnTo>
                    <a:pt x="89192" y="1358264"/>
                  </a:lnTo>
                  <a:lnTo>
                    <a:pt x="121004" y="1396623"/>
                  </a:lnTo>
                  <a:lnTo>
                    <a:pt x="157480" y="1432001"/>
                  </a:lnTo>
                  <a:lnTo>
                    <a:pt x="197671" y="1463467"/>
                  </a:lnTo>
                  <a:lnTo>
                    <a:pt x="240740" y="1490093"/>
                  </a:lnTo>
                  <a:lnTo>
                    <a:pt x="286685" y="1511878"/>
                  </a:lnTo>
                  <a:lnTo>
                    <a:pt x="335508" y="1528821"/>
                  </a:lnTo>
                  <a:lnTo>
                    <a:pt x="387207" y="1540924"/>
                  </a:lnTo>
                  <a:lnTo>
                    <a:pt x="441783" y="1548185"/>
                  </a:lnTo>
                  <a:lnTo>
                    <a:pt x="499237" y="1550606"/>
                  </a:lnTo>
                  <a:lnTo>
                    <a:pt x="552505" y="1548405"/>
                  </a:lnTo>
                  <a:lnTo>
                    <a:pt x="603537" y="1541800"/>
                  </a:lnTo>
                  <a:lnTo>
                    <a:pt x="652334" y="1530793"/>
                  </a:lnTo>
                  <a:lnTo>
                    <a:pt x="698896" y="1515384"/>
                  </a:lnTo>
                  <a:lnTo>
                    <a:pt x="743227" y="1495572"/>
                  </a:lnTo>
                  <a:lnTo>
                    <a:pt x="785326" y="1471359"/>
                  </a:lnTo>
                  <a:lnTo>
                    <a:pt x="825196" y="1442743"/>
                  </a:lnTo>
                  <a:lnTo>
                    <a:pt x="862838" y="1409725"/>
                  </a:lnTo>
                  <a:lnTo>
                    <a:pt x="897080" y="1373584"/>
                  </a:lnTo>
                  <a:lnTo>
                    <a:pt x="926752" y="1335599"/>
                  </a:lnTo>
                  <a:lnTo>
                    <a:pt x="951855" y="1295768"/>
                  </a:lnTo>
                  <a:lnTo>
                    <a:pt x="972391" y="1254093"/>
                  </a:lnTo>
                  <a:lnTo>
                    <a:pt x="988360" y="1210572"/>
                  </a:lnTo>
                  <a:lnTo>
                    <a:pt x="999765" y="1165205"/>
                  </a:lnTo>
                  <a:lnTo>
                    <a:pt x="1006607" y="1117992"/>
                  </a:lnTo>
                  <a:lnTo>
                    <a:pt x="1008888" y="1068933"/>
                  </a:lnTo>
                  <a:lnTo>
                    <a:pt x="1005762" y="1015436"/>
                  </a:lnTo>
                  <a:lnTo>
                    <a:pt x="996383" y="965163"/>
                  </a:lnTo>
                  <a:lnTo>
                    <a:pt x="980742" y="918121"/>
                  </a:lnTo>
                  <a:lnTo>
                    <a:pt x="958835" y="874316"/>
                  </a:lnTo>
                  <a:lnTo>
                    <a:pt x="930656" y="833755"/>
                  </a:lnTo>
                  <a:lnTo>
                    <a:pt x="897311" y="797590"/>
                  </a:lnTo>
                  <a:lnTo>
                    <a:pt x="859767" y="766973"/>
                  </a:lnTo>
                  <a:lnTo>
                    <a:pt x="818029" y="741903"/>
                  </a:lnTo>
                  <a:lnTo>
                    <a:pt x="772103" y="722381"/>
                  </a:lnTo>
                  <a:lnTo>
                    <a:pt x="721994" y="708406"/>
                  </a:lnTo>
                  <a:lnTo>
                    <a:pt x="773209" y="677378"/>
                  </a:lnTo>
                  <a:lnTo>
                    <a:pt x="817600" y="643824"/>
                  </a:lnTo>
                  <a:lnTo>
                    <a:pt x="855165" y="607743"/>
                  </a:lnTo>
                  <a:lnTo>
                    <a:pt x="885904" y="569134"/>
                  </a:lnTo>
                  <a:lnTo>
                    <a:pt x="909814" y="527995"/>
                  </a:lnTo>
                  <a:lnTo>
                    <a:pt x="926895" y="484324"/>
                  </a:lnTo>
                  <a:lnTo>
                    <a:pt x="937145" y="438120"/>
                  </a:lnTo>
                  <a:lnTo>
                    <a:pt x="940562" y="389381"/>
                  </a:lnTo>
                  <a:lnTo>
                    <a:pt x="937598" y="343250"/>
                  </a:lnTo>
                  <a:lnTo>
                    <a:pt x="928708" y="298713"/>
                  </a:lnTo>
                  <a:lnTo>
                    <a:pt x="913892" y="255778"/>
                  </a:lnTo>
                  <a:lnTo>
                    <a:pt x="893148" y="214451"/>
                  </a:lnTo>
                  <a:lnTo>
                    <a:pt x="866478" y="174740"/>
                  </a:lnTo>
                  <a:lnTo>
                    <a:pt x="833882" y="136652"/>
                  </a:lnTo>
                  <a:lnTo>
                    <a:pt x="800169" y="104599"/>
                  </a:lnTo>
                  <a:lnTo>
                    <a:pt x="763803" y="76831"/>
                  </a:lnTo>
                  <a:lnTo>
                    <a:pt x="724785" y="53342"/>
                  </a:lnTo>
                  <a:lnTo>
                    <a:pt x="683117" y="34131"/>
                  </a:lnTo>
                  <a:lnTo>
                    <a:pt x="638799" y="19194"/>
                  </a:lnTo>
                  <a:lnTo>
                    <a:pt x="591833" y="8528"/>
                  </a:lnTo>
                  <a:lnTo>
                    <a:pt x="542222" y="2131"/>
                  </a:lnTo>
                  <a:lnTo>
                    <a:pt x="489966" y="0"/>
                  </a:lnTo>
                  <a:close/>
                </a:path>
              </a:pathLst>
            </a:custGeom>
            <a:solidFill>
              <a:srgbClr val="3cc5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6" name="object 9"/>
            <p:cNvSpPr/>
            <p:nvPr/>
          </p:nvSpPr>
          <p:spPr>
            <a:xfrm>
              <a:off x="2914560" y="2927880"/>
              <a:ext cx="1008720" cy="1550160"/>
            </a:xfrm>
            <a:custGeom>
              <a:avLst/>
              <a:gdLst>
                <a:gd name="textAreaLeft" fmla="*/ 0 w 1008720"/>
                <a:gd name="textAreaRight" fmla="*/ 1009080 w 1008720"/>
                <a:gd name="textAreaTop" fmla="*/ 0 h 1550160"/>
                <a:gd name="textAreaBottom" fmla="*/ 1550520 h 1550160"/>
              </a:gdLst>
              <a:ahLst/>
              <a:rect l="textAreaLeft" t="textAreaTop" r="textAreaRight" b="textAreaBottom"/>
              <a:pathLst>
                <a:path w="1009014" h="1550670">
                  <a:moveTo>
                    <a:pt x="489966" y="0"/>
                  </a:moveTo>
                  <a:lnTo>
                    <a:pt x="542222" y="2131"/>
                  </a:lnTo>
                  <a:lnTo>
                    <a:pt x="591833" y="8528"/>
                  </a:lnTo>
                  <a:lnTo>
                    <a:pt x="638799" y="19194"/>
                  </a:lnTo>
                  <a:lnTo>
                    <a:pt x="683117" y="34131"/>
                  </a:lnTo>
                  <a:lnTo>
                    <a:pt x="724785" y="53342"/>
                  </a:lnTo>
                  <a:lnTo>
                    <a:pt x="763803" y="76831"/>
                  </a:lnTo>
                  <a:lnTo>
                    <a:pt x="800169" y="104599"/>
                  </a:lnTo>
                  <a:lnTo>
                    <a:pt x="833882" y="136652"/>
                  </a:lnTo>
                  <a:lnTo>
                    <a:pt x="866478" y="174740"/>
                  </a:lnTo>
                  <a:lnTo>
                    <a:pt x="893148" y="214451"/>
                  </a:lnTo>
                  <a:lnTo>
                    <a:pt x="913892" y="255778"/>
                  </a:lnTo>
                  <a:lnTo>
                    <a:pt x="928708" y="298713"/>
                  </a:lnTo>
                  <a:lnTo>
                    <a:pt x="937598" y="343250"/>
                  </a:lnTo>
                  <a:lnTo>
                    <a:pt x="940562" y="389381"/>
                  </a:lnTo>
                  <a:lnTo>
                    <a:pt x="937145" y="438120"/>
                  </a:lnTo>
                  <a:lnTo>
                    <a:pt x="926895" y="484324"/>
                  </a:lnTo>
                  <a:lnTo>
                    <a:pt x="909814" y="527995"/>
                  </a:lnTo>
                  <a:lnTo>
                    <a:pt x="885904" y="569134"/>
                  </a:lnTo>
                  <a:lnTo>
                    <a:pt x="855165" y="607743"/>
                  </a:lnTo>
                  <a:lnTo>
                    <a:pt x="817600" y="643824"/>
                  </a:lnTo>
                  <a:lnTo>
                    <a:pt x="773209" y="677378"/>
                  </a:lnTo>
                  <a:lnTo>
                    <a:pt x="721994" y="708406"/>
                  </a:lnTo>
                  <a:lnTo>
                    <a:pt x="772103" y="722381"/>
                  </a:lnTo>
                  <a:lnTo>
                    <a:pt x="818029" y="741903"/>
                  </a:lnTo>
                  <a:lnTo>
                    <a:pt x="859767" y="766973"/>
                  </a:lnTo>
                  <a:lnTo>
                    <a:pt x="897311" y="797590"/>
                  </a:lnTo>
                  <a:lnTo>
                    <a:pt x="930656" y="833755"/>
                  </a:lnTo>
                  <a:lnTo>
                    <a:pt x="958835" y="874316"/>
                  </a:lnTo>
                  <a:lnTo>
                    <a:pt x="980742" y="918121"/>
                  </a:lnTo>
                  <a:lnTo>
                    <a:pt x="996383" y="965163"/>
                  </a:lnTo>
                  <a:lnTo>
                    <a:pt x="1005762" y="1015436"/>
                  </a:lnTo>
                  <a:lnTo>
                    <a:pt x="1008888" y="1068933"/>
                  </a:lnTo>
                  <a:lnTo>
                    <a:pt x="1006607" y="1117992"/>
                  </a:lnTo>
                  <a:lnTo>
                    <a:pt x="999765" y="1165205"/>
                  </a:lnTo>
                  <a:lnTo>
                    <a:pt x="988360" y="1210572"/>
                  </a:lnTo>
                  <a:lnTo>
                    <a:pt x="972391" y="1254093"/>
                  </a:lnTo>
                  <a:lnTo>
                    <a:pt x="951855" y="1295768"/>
                  </a:lnTo>
                  <a:lnTo>
                    <a:pt x="926752" y="1335599"/>
                  </a:lnTo>
                  <a:lnTo>
                    <a:pt x="897080" y="1373584"/>
                  </a:lnTo>
                  <a:lnTo>
                    <a:pt x="862838" y="1409725"/>
                  </a:lnTo>
                  <a:lnTo>
                    <a:pt x="825196" y="1442743"/>
                  </a:lnTo>
                  <a:lnTo>
                    <a:pt x="785326" y="1471359"/>
                  </a:lnTo>
                  <a:lnTo>
                    <a:pt x="743227" y="1495572"/>
                  </a:lnTo>
                  <a:lnTo>
                    <a:pt x="698896" y="1515384"/>
                  </a:lnTo>
                  <a:lnTo>
                    <a:pt x="652334" y="1530793"/>
                  </a:lnTo>
                  <a:lnTo>
                    <a:pt x="603537" y="1541800"/>
                  </a:lnTo>
                  <a:lnTo>
                    <a:pt x="552505" y="1548405"/>
                  </a:lnTo>
                  <a:lnTo>
                    <a:pt x="499237" y="1550606"/>
                  </a:lnTo>
                  <a:lnTo>
                    <a:pt x="441783" y="1548185"/>
                  </a:lnTo>
                  <a:lnTo>
                    <a:pt x="387207" y="1540924"/>
                  </a:lnTo>
                  <a:lnTo>
                    <a:pt x="335508" y="1528821"/>
                  </a:lnTo>
                  <a:lnTo>
                    <a:pt x="286685" y="1511878"/>
                  </a:lnTo>
                  <a:lnTo>
                    <a:pt x="240740" y="1490093"/>
                  </a:lnTo>
                  <a:lnTo>
                    <a:pt x="197671" y="1463467"/>
                  </a:lnTo>
                  <a:lnTo>
                    <a:pt x="157480" y="1432001"/>
                  </a:lnTo>
                  <a:lnTo>
                    <a:pt x="121004" y="1396623"/>
                  </a:lnTo>
                  <a:lnTo>
                    <a:pt x="89192" y="1358264"/>
                  </a:lnTo>
                  <a:lnTo>
                    <a:pt x="62041" y="1316925"/>
                  </a:lnTo>
                  <a:lnTo>
                    <a:pt x="39548" y="1272605"/>
                  </a:lnTo>
                  <a:lnTo>
                    <a:pt x="21712" y="1225305"/>
                  </a:lnTo>
                  <a:lnTo>
                    <a:pt x="8530" y="1175025"/>
                  </a:lnTo>
                  <a:lnTo>
                    <a:pt x="0" y="1121765"/>
                  </a:lnTo>
                  <a:lnTo>
                    <a:pt x="281813" y="1087577"/>
                  </a:lnTo>
                  <a:lnTo>
                    <a:pt x="291355" y="1138269"/>
                  </a:lnTo>
                  <a:lnTo>
                    <a:pt x="306625" y="1182617"/>
                  </a:lnTo>
                  <a:lnTo>
                    <a:pt x="327586" y="1220622"/>
                  </a:lnTo>
                  <a:lnTo>
                    <a:pt x="354203" y="1252283"/>
                  </a:lnTo>
                  <a:lnTo>
                    <a:pt x="385298" y="1277205"/>
                  </a:lnTo>
                  <a:lnTo>
                    <a:pt x="419512" y="1295009"/>
                  </a:lnTo>
                  <a:lnTo>
                    <a:pt x="456822" y="1305693"/>
                  </a:lnTo>
                  <a:lnTo>
                    <a:pt x="497205" y="1309255"/>
                  </a:lnTo>
                  <a:lnTo>
                    <a:pt x="540474" y="1304981"/>
                  </a:lnTo>
                  <a:lnTo>
                    <a:pt x="580183" y="1292161"/>
                  </a:lnTo>
                  <a:lnTo>
                    <a:pt x="616344" y="1270797"/>
                  </a:lnTo>
                  <a:lnTo>
                    <a:pt x="648969" y="1240891"/>
                  </a:lnTo>
                  <a:lnTo>
                    <a:pt x="675899" y="1203727"/>
                  </a:lnTo>
                  <a:lnTo>
                    <a:pt x="695150" y="1160606"/>
                  </a:lnTo>
                  <a:lnTo>
                    <a:pt x="706709" y="1111530"/>
                  </a:lnTo>
                  <a:lnTo>
                    <a:pt x="710565" y="1056500"/>
                  </a:lnTo>
                  <a:lnTo>
                    <a:pt x="706874" y="1004457"/>
                  </a:lnTo>
                  <a:lnTo>
                    <a:pt x="695801" y="958114"/>
                  </a:lnTo>
                  <a:lnTo>
                    <a:pt x="677346" y="917470"/>
                  </a:lnTo>
                  <a:lnTo>
                    <a:pt x="651509" y="882523"/>
                  </a:lnTo>
                  <a:lnTo>
                    <a:pt x="620365" y="854426"/>
                  </a:lnTo>
                  <a:lnTo>
                    <a:pt x="585993" y="834342"/>
                  </a:lnTo>
                  <a:lnTo>
                    <a:pt x="548407" y="822283"/>
                  </a:lnTo>
                  <a:lnTo>
                    <a:pt x="507619" y="818261"/>
                  </a:lnTo>
                  <a:lnTo>
                    <a:pt x="478258" y="819618"/>
                  </a:lnTo>
                  <a:lnTo>
                    <a:pt x="446182" y="823690"/>
                  </a:lnTo>
                  <a:lnTo>
                    <a:pt x="411392" y="830476"/>
                  </a:lnTo>
                  <a:lnTo>
                    <a:pt x="373888" y="839978"/>
                  </a:lnTo>
                  <a:lnTo>
                    <a:pt x="406019" y="602869"/>
                  </a:lnTo>
                  <a:lnTo>
                    <a:pt x="461573" y="600799"/>
                  </a:lnTo>
                  <a:lnTo>
                    <a:pt x="510127" y="591550"/>
                  </a:lnTo>
                  <a:lnTo>
                    <a:pt x="551680" y="575133"/>
                  </a:lnTo>
                  <a:lnTo>
                    <a:pt x="586232" y="551561"/>
                  </a:lnTo>
                  <a:lnTo>
                    <a:pt x="613475" y="522102"/>
                  </a:lnTo>
                  <a:lnTo>
                    <a:pt x="632920" y="488203"/>
                  </a:lnTo>
                  <a:lnTo>
                    <a:pt x="644578" y="449851"/>
                  </a:lnTo>
                  <a:lnTo>
                    <a:pt x="648462" y="407035"/>
                  </a:lnTo>
                  <a:lnTo>
                    <a:pt x="645606" y="370675"/>
                  </a:lnTo>
                  <a:lnTo>
                    <a:pt x="622798" y="309576"/>
                  </a:lnTo>
                  <a:lnTo>
                    <a:pt x="578223" y="264878"/>
                  </a:lnTo>
                  <a:lnTo>
                    <a:pt x="517644" y="242105"/>
                  </a:lnTo>
                  <a:lnTo>
                    <a:pt x="481711" y="239268"/>
                  </a:lnTo>
                  <a:lnTo>
                    <a:pt x="445750" y="242504"/>
                  </a:lnTo>
                  <a:lnTo>
                    <a:pt x="382019" y="268360"/>
                  </a:lnTo>
                  <a:lnTo>
                    <a:pt x="330412" y="319841"/>
                  </a:lnTo>
                  <a:lnTo>
                    <a:pt x="311800" y="354679"/>
                  </a:lnTo>
                  <a:lnTo>
                    <a:pt x="298356" y="395470"/>
                  </a:lnTo>
                  <a:lnTo>
                    <a:pt x="290068" y="442214"/>
                  </a:lnTo>
                  <a:lnTo>
                    <a:pt x="21717" y="396621"/>
                  </a:lnTo>
                  <a:lnTo>
                    <a:pt x="34060" y="343739"/>
                  </a:lnTo>
                  <a:lnTo>
                    <a:pt x="48683" y="295283"/>
                  </a:lnTo>
                  <a:lnTo>
                    <a:pt x="65580" y="251258"/>
                  </a:lnTo>
                  <a:lnTo>
                    <a:pt x="84745" y="211672"/>
                  </a:lnTo>
                  <a:lnTo>
                    <a:pt x="106172" y="176530"/>
                  </a:lnTo>
                  <a:lnTo>
                    <a:pt x="137171" y="137574"/>
                  </a:lnTo>
                  <a:lnTo>
                    <a:pt x="173767" y="103012"/>
                  </a:lnTo>
                  <a:lnTo>
                    <a:pt x="215935" y="72856"/>
                  </a:lnTo>
                  <a:lnTo>
                    <a:pt x="263652" y="47117"/>
                  </a:lnTo>
                  <a:lnTo>
                    <a:pt x="305013" y="30122"/>
                  </a:lnTo>
                  <a:lnTo>
                    <a:pt x="348325" y="16925"/>
                  </a:lnTo>
                  <a:lnTo>
                    <a:pt x="393588" y="7514"/>
                  </a:lnTo>
                  <a:lnTo>
                    <a:pt x="440801" y="1876"/>
                  </a:lnTo>
                  <a:lnTo>
                    <a:pt x="489966" y="0"/>
                  </a:lnTo>
                  <a:close/>
                </a:path>
              </a:pathLst>
            </a:custGeom>
            <a:noFill/>
            <a:ln w="19812">
              <a:solidFill>
                <a:srgbClr val="edeb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" name="object 10"/>
            <p:cNvSpPr/>
            <p:nvPr/>
          </p:nvSpPr>
          <p:spPr>
            <a:xfrm>
              <a:off x="5672160" y="2904840"/>
              <a:ext cx="3471840" cy="1462680"/>
            </a:xfrm>
            <a:custGeom>
              <a:avLst/>
              <a:gdLst>
                <a:gd name="textAreaLeft" fmla="*/ 0 w 3471840"/>
                <a:gd name="textAreaRight" fmla="*/ 3472200 w 3471840"/>
                <a:gd name="textAreaTop" fmla="*/ 0 h 1462680"/>
                <a:gd name="textAreaBottom" fmla="*/ 1463040 h 1462680"/>
              </a:gdLst>
              <a:ahLst/>
              <a:rect l="textAreaLeft" t="textAreaTop" r="textAreaRight" b="textAreaBottom"/>
              <a:pathLst>
                <a:path w="3472179" h="1463039">
                  <a:moveTo>
                    <a:pt x="635" y="175132"/>
                  </a:moveTo>
                  <a:lnTo>
                    <a:pt x="464" y="155414"/>
                  </a:lnTo>
                  <a:lnTo>
                    <a:pt x="317" y="135683"/>
                  </a:lnTo>
                  <a:lnTo>
                    <a:pt x="170" y="115929"/>
                  </a:lnTo>
                  <a:lnTo>
                    <a:pt x="0" y="96138"/>
                  </a:lnTo>
                  <a:lnTo>
                    <a:pt x="7558" y="58721"/>
                  </a:lnTo>
                  <a:lnTo>
                    <a:pt x="28178" y="28162"/>
                  </a:lnTo>
                  <a:lnTo>
                    <a:pt x="58775" y="7556"/>
                  </a:lnTo>
                  <a:lnTo>
                    <a:pt x="96266" y="0"/>
                  </a:lnTo>
                  <a:lnTo>
                    <a:pt x="3469894" y="0"/>
                  </a:lnTo>
                  <a:lnTo>
                    <a:pt x="3471672" y="358"/>
                  </a:lnTo>
                </a:path>
                <a:path w="3472179" h="1463039">
                  <a:moveTo>
                    <a:pt x="3471672" y="1462681"/>
                  </a:moveTo>
                  <a:lnTo>
                    <a:pt x="3469894" y="1463040"/>
                  </a:lnTo>
                  <a:lnTo>
                    <a:pt x="356743" y="1462481"/>
                  </a:lnTo>
                </a:path>
              </a:pathLst>
            </a:custGeom>
            <a:noFill/>
            <a:ln w="12192">
              <a:solidFill>
                <a:srgbClr val="80808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" name="object 11"/>
            <p:cNvSpPr/>
            <p:nvPr/>
          </p:nvSpPr>
          <p:spPr>
            <a:xfrm>
              <a:off x="5083920" y="2944440"/>
              <a:ext cx="1091880" cy="1524960"/>
            </a:xfrm>
            <a:custGeom>
              <a:avLst/>
              <a:gdLst>
                <a:gd name="textAreaLeft" fmla="*/ 0 w 1091880"/>
                <a:gd name="textAreaRight" fmla="*/ 1092240 w 109188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1092200" h="1525270">
                  <a:moveTo>
                    <a:pt x="903224" y="1219136"/>
                  </a:moveTo>
                  <a:lnTo>
                    <a:pt x="621538" y="1219136"/>
                  </a:lnTo>
                  <a:lnTo>
                    <a:pt x="621538" y="1524711"/>
                  </a:lnTo>
                  <a:lnTo>
                    <a:pt x="903224" y="1524711"/>
                  </a:lnTo>
                  <a:lnTo>
                    <a:pt x="903224" y="1219136"/>
                  </a:lnTo>
                  <a:close/>
                </a:path>
                <a:path w="1092200" h="1525270">
                  <a:moveTo>
                    <a:pt x="903224" y="0"/>
                  </a:moveTo>
                  <a:lnTo>
                    <a:pt x="658749" y="0"/>
                  </a:lnTo>
                  <a:lnTo>
                    <a:pt x="0" y="964311"/>
                  </a:lnTo>
                  <a:lnTo>
                    <a:pt x="0" y="1219136"/>
                  </a:lnTo>
                  <a:lnTo>
                    <a:pt x="1091818" y="1219136"/>
                  </a:lnTo>
                  <a:lnTo>
                    <a:pt x="1091818" y="963282"/>
                  </a:lnTo>
                  <a:lnTo>
                    <a:pt x="272414" y="963282"/>
                  </a:lnTo>
                  <a:lnTo>
                    <a:pt x="621538" y="444373"/>
                  </a:lnTo>
                  <a:lnTo>
                    <a:pt x="903224" y="444373"/>
                  </a:lnTo>
                  <a:lnTo>
                    <a:pt x="903224" y="0"/>
                  </a:lnTo>
                  <a:close/>
                </a:path>
                <a:path w="1092200" h="1525270">
                  <a:moveTo>
                    <a:pt x="903224" y="444373"/>
                  </a:moveTo>
                  <a:lnTo>
                    <a:pt x="621538" y="444373"/>
                  </a:lnTo>
                  <a:lnTo>
                    <a:pt x="621538" y="963282"/>
                  </a:lnTo>
                  <a:lnTo>
                    <a:pt x="903224" y="963282"/>
                  </a:lnTo>
                  <a:lnTo>
                    <a:pt x="903224" y="444373"/>
                  </a:lnTo>
                  <a:close/>
                </a:path>
              </a:pathLst>
            </a:cu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object 12"/>
            <p:cNvSpPr/>
            <p:nvPr/>
          </p:nvSpPr>
          <p:spPr>
            <a:xfrm>
              <a:off x="5083920" y="2944440"/>
              <a:ext cx="1091880" cy="1524960"/>
            </a:xfrm>
            <a:custGeom>
              <a:avLst/>
              <a:gdLst>
                <a:gd name="textAreaLeft" fmla="*/ 0 w 1091880"/>
                <a:gd name="textAreaRight" fmla="*/ 1092240 w 109188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1092200" h="1525270">
                  <a:moveTo>
                    <a:pt x="621538" y="444373"/>
                  </a:moveTo>
                  <a:lnTo>
                    <a:pt x="272414" y="963282"/>
                  </a:lnTo>
                  <a:lnTo>
                    <a:pt x="621538" y="963282"/>
                  </a:lnTo>
                  <a:lnTo>
                    <a:pt x="621538" y="444373"/>
                  </a:lnTo>
                  <a:close/>
                </a:path>
                <a:path w="1092200" h="1525270">
                  <a:moveTo>
                    <a:pt x="658749" y="0"/>
                  </a:moveTo>
                  <a:lnTo>
                    <a:pt x="903224" y="0"/>
                  </a:lnTo>
                  <a:lnTo>
                    <a:pt x="903224" y="963282"/>
                  </a:lnTo>
                  <a:lnTo>
                    <a:pt x="1091818" y="963282"/>
                  </a:lnTo>
                  <a:lnTo>
                    <a:pt x="1091818" y="1219136"/>
                  </a:lnTo>
                  <a:lnTo>
                    <a:pt x="903224" y="1219136"/>
                  </a:lnTo>
                  <a:lnTo>
                    <a:pt x="903224" y="1524711"/>
                  </a:lnTo>
                  <a:lnTo>
                    <a:pt x="621538" y="1524711"/>
                  </a:lnTo>
                  <a:lnTo>
                    <a:pt x="621538" y="1219136"/>
                  </a:lnTo>
                  <a:lnTo>
                    <a:pt x="0" y="1219136"/>
                  </a:lnTo>
                  <a:lnTo>
                    <a:pt x="0" y="964311"/>
                  </a:lnTo>
                  <a:lnTo>
                    <a:pt x="658749" y="0"/>
                  </a:lnTo>
                  <a:close/>
                </a:path>
              </a:pathLst>
            </a:custGeom>
            <a:noFill/>
            <a:ln w="19812">
              <a:solidFill>
                <a:srgbClr val="edeb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00" name="object 13" descr=""/>
            <p:cNvPicPr/>
            <p:nvPr/>
          </p:nvPicPr>
          <p:blipFill>
            <a:blip r:embed="rId1"/>
            <a:stretch/>
          </p:blipFill>
          <p:spPr>
            <a:xfrm>
              <a:off x="3881520" y="2228040"/>
              <a:ext cx="1279800" cy="1258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1" name="object 14"/>
          <p:cNvSpPr/>
          <p:nvPr/>
        </p:nvSpPr>
        <p:spPr>
          <a:xfrm>
            <a:off x="452160" y="3034080"/>
            <a:ext cx="2362320" cy="11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 marL="12600">
              <a:lnSpc>
                <a:spcPct val="90000"/>
              </a:lnSpc>
              <a:spcBef>
                <a:spcPts val="286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Compose</a:t>
            </a:r>
            <a:r>
              <a:rPr b="0" lang="en-US" sz="16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works</a:t>
            </a:r>
            <a:r>
              <a:rPr b="0" lang="en-US" sz="16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in</a:t>
            </a:r>
            <a:r>
              <a:rPr b="0" lang="en-US" sz="1600" spc="-4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all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environments:</a:t>
            </a:r>
            <a:r>
              <a:rPr b="0" lang="en-US" sz="1600" spc="-80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production,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staging,</a:t>
            </a:r>
            <a:r>
              <a:rPr b="0" lang="en-US" sz="1600" spc="-6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development,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testing,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as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well</a:t>
            </a:r>
            <a:r>
              <a:rPr b="0" lang="en-US" sz="16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as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CI 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workflows.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object 15"/>
          <p:cNvSpPr/>
          <p:nvPr/>
        </p:nvSpPr>
        <p:spPr>
          <a:xfrm>
            <a:off x="0" y="803160"/>
            <a:ext cx="3459240" cy="1462680"/>
          </a:xfrm>
          <a:custGeom>
            <a:avLst/>
            <a:gdLst>
              <a:gd name="textAreaLeft" fmla="*/ 0 w 3459240"/>
              <a:gd name="textAreaRight" fmla="*/ 3459600 w 3459240"/>
              <a:gd name="textAreaTop" fmla="*/ 0 h 1462680"/>
              <a:gd name="textAreaBottom" fmla="*/ 1463040 h 1462680"/>
            </a:gdLst>
            <a:ahLst/>
            <a:rect l="textAreaLeft" t="textAreaTop" r="textAreaRight" b="textAreaBottom"/>
            <a:pathLst>
              <a:path w="3459479" h="1463039">
                <a:moveTo>
                  <a:pt x="0" y="0"/>
                </a:moveTo>
                <a:lnTo>
                  <a:pt x="3363341" y="0"/>
                </a:lnTo>
                <a:lnTo>
                  <a:pt x="3400758" y="7556"/>
                </a:lnTo>
                <a:lnTo>
                  <a:pt x="3431317" y="28162"/>
                </a:lnTo>
                <a:lnTo>
                  <a:pt x="3451923" y="58721"/>
                </a:lnTo>
                <a:lnTo>
                  <a:pt x="3459479" y="96138"/>
                </a:lnTo>
                <a:lnTo>
                  <a:pt x="3459479" y="1366901"/>
                </a:lnTo>
                <a:lnTo>
                  <a:pt x="3451923" y="1404318"/>
                </a:lnTo>
                <a:lnTo>
                  <a:pt x="3431317" y="1434877"/>
                </a:lnTo>
                <a:lnTo>
                  <a:pt x="3400758" y="1455483"/>
                </a:lnTo>
                <a:lnTo>
                  <a:pt x="3363341" y="1463039"/>
                </a:lnTo>
                <a:lnTo>
                  <a:pt x="0" y="1463039"/>
                </a:lnTo>
              </a:path>
            </a:pathLst>
          </a:custGeom>
          <a:noFill/>
          <a:ln w="12192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object 16"/>
          <p:cNvSpPr/>
          <p:nvPr/>
        </p:nvSpPr>
        <p:spPr>
          <a:xfrm>
            <a:off x="480600" y="994680"/>
            <a:ext cx="224676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960" bIns="0" anchor="t">
            <a:spAutoFit/>
          </a:bodyPr>
          <a:p>
            <a:pPr marL="12600">
              <a:lnSpc>
                <a:spcPct val="90000"/>
              </a:lnSpc>
              <a:spcBef>
                <a:spcPts val="315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tool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defining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and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running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multi-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container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Docker applications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4" name="object 17"/>
          <p:cNvGrpSpPr/>
          <p:nvPr/>
        </p:nvGrpSpPr>
        <p:grpSpPr>
          <a:xfrm>
            <a:off x="3002400" y="842760"/>
            <a:ext cx="667080" cy="1524960"/>
            <a:chOff x="3002400" y="842760"/>
            <a:chExt cx="667080" cy="1524960"/>
          </a:xfrm>
        </p:grpSpPr>
        <p:sp>
          <p:nvSpPr>
            <p:cNvPr id="305" name="object 18"/>
            <p:cNvSpPr/>
            <p:nvPr/>
          </p:nvSpPr>
          <p:spPr>
            <a:xfrm>
              <a:off x="3002400" y="842760"/>
              <a:ext cx="667080" cy="1524960"/>
            </a:xfrm>
            <a:custGeom>
              <a:avLst/>
              <a:gdLst>
                <a:gd name="textAreaLeft" fmla="*/ 0 w 667080"/>
                <a:gd name="textAreaRight" fmla="*/ 667440 w 66708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667385" h="1525270">
                  <a:moveTo>
                    <a:pt x="667131" y="0"/>
                  </a:moveTo>
                  <a:lnTo>
                    <a:pt x="430910" y="0"/>
                  </a:lnTo>
                  <a:lnTo>
                    <a:pt x="412009" y="45319"/>
                  </a:lnTo>
                  <a:lnTo>
                    <a:pt x="388450" y="88697"/>
                  </a:lnTo>
                  <a:lnTo>
                    <a:pt x="360235" y="130143"/>
                  </a:lnTo>
                  <a:lnTo>
                    <a:pt x="327363" y="169662"/>
                  </a:lnTo>
                  <a:lnTo>
                    <a:pt x="289835" y="207262"/>
                  </a:lnTo>
                  <a:lnTo>
                    <a:pt x="247650" y="242950"/>
                  </a:lnTo>
                  <a:lnTo>
                    <a:pt x="203623" y="275769"/>
                  </a:lnTo>
                  <a:lnTo>
                    <a:pt x="160697" y="304884"/>
                  </a:lnTo>
                  <a:lnTo>
                    <a:pt x="118872" y="330295"/>
                  </a:lnTo>
                  <a:lnTo>
                    <a:pt x="78147" y="352001"/>
                  </a:lnTo>
                  <a:lnTo>
                    <a:pt x="38523" y="370003"/>
                  </a:lnTo>
                  <a:lnTo>
                    <a:pt x="0" y="384301"/>
                  </a:lnTo>
                  <a:lnTo>
                    <a:pt x="0" y="648462"/>
                  </a:lnTo>
                  <a:lnTo>
                    <a:pt x="47427" y="631627"/>
                  </a:lnTo>
                  <a:lnTo>
                    <a:pt x="93443" y="612873"/>
                  </a:lnTo>
                  <a:lnTo>
                    <a:pt x="138049" y="592201"/>
                  </a:lnTo>
                  <a:lnTo>
                    <a:pt x="181243" y="569609"/>
                  </a:lnTo>
                  <a:lnTo>
                    <a:pt x="223026" y="545098"/>
                  </a:lnTo>
                  <a:lnTo>
                    <a:pt x="263397" y="518667"/>
                  </a:lnTo>
                  <a:lnTo>
                    <a:pt x="302358" y="490318"/>
                  </a:lnTo>
                  <a:lnTo>
                    <a:pt x="339908" y="460050"/>
                  </a:lnTo>
                  <a:lnTo>
                    <a:pt x="376046" y="427863"/>
                  </a:lnTo>
                  <a:lnTo>
                    <a:pt x="376046" y="1524761"/>
                  </a:lnTo>
                  <a:lnTo>
                    <a:pt x="667131" y="1524761"/>
                  </a:lnTo>
                  <a:lnTo>
                    <a:pt x="66713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" name="object 19"/>
            <p:cNvSpPr/>
            <p:nvPr/>
          </p:nvSpPr>
          <p:spPr>
            <a:xfrm>
              <a:off x="3002400" y="842760"/>
              <a:ext cx="667080" cy="1524960"/>
            </a:xfrm>
            <a:custGeom>
              <a:avLst/>
              <a:gdLst>
                <a:gd name="textAreaLeft" fmla="*/ 0 w 667080"/>
                <a:gd name="textAreaRight" fmla="*/ 667440 w 667080"/>
                <a:gd name="textAreaTop" fmla="*/ 0 h 1524960"/>
                <a:gd name="textAreaBottom" fmla="*/ 1525320 h 1524960"/>
              </a:gdLst>
              <a:ahLst/>
              <a:rect l="textAreaLeft" t="textAreaTop" r="textAreaRight" b="textAreaBottom"/>
              <a:pathLst>
                <a:path w="667385" h="1525270">
                  <a:moveTo>
                    <a:pt x="430910" y="0"/>
                  </a:moveTo>
                  <a:lnTo>
                    <a:pt x="667131" y="0"/>
                  </a:lnTo>
                  <a:lnTo>
                    <a:pt x="667131" y="1524761"/>
                  </a:lnTo>
                  <a:lnTo>
                    <a:pt x="376046" y="1524761"/>
                  </a:lnTo>
                  <a:lnTo>
                    <a:pt x="376046" y="427863"/>
                  </a:lnTo>
                  <a:lnTo>
                    <a:pt x="339908" y="460050"/>
                  </a:lnTo>
                  <a:lnTo>
                    <a:pt x="302358" y="490318"/>
                  </a:lnTo>
                  <a:lnTo>
                    <a:pt x="263397" y="518667"/>
                  </a:lnTo>
                  <a:lnTo>
                    <a:pt x="223026" y="545098"/>
                  </a:lnTo>
                  <a:lnTo>
                    <a:pt x="181243" y="569609"/>
                  </a:lnTo>
                  <a:lnTo>
                    <a:pt x="138049" y="592201"/>
                  </a:lnTo>
                  <a:lnTo>
                    <a:pt x="93443" y="612873"/>
                  </a:lnTo>
                  <a:lnTo>
                    <a:pt x="47427" y="631627"/>
                  </a:lnTo>
                  <a:lnTo>
                    <a:pt x="0" y="648462"/>
                  </a:lnTo>
                  <a:lnTo>
                    <a:pt x="0" y="384301"/>
                  </a:lnTo>
                  <a:lnTo>
                    <a:pt x="38523" y="370003"/>
                  </a:lnTo>
                  <a:lnTo>
                    <a:pt x="78147" y="352001"/>
                  </a:lnTo>
                  <a:lnTo>
                    <a:pt x="118872" y="330295"/>
                  </a:lnTo>
                  <a:lnTo>
                    <a:pt x="160697" y="304884"/>
                  </a:lnTo>
                  <a:lnTo>
                    <a:pt x="203623" y="275769"/>
                  </a:lnTo>
                  <a:lnTo>
                    <a:pt x="247650" y="242950"/>
                  </a:lnTo>
                  <a:lnTo>
                    <a:pt x="289835" y="207262"/>
                  </a:lnTo>
                  <a:lnTo>
                    <a:pt x="327363" y="169662"/>
                  </a:lnTo>
                  <a:lnTo>
                    <a:pt x="360235" y="130143"/>
                  </a:lnTo>
                  <a:lnTo>
                    <a:pt x="388450" y="88697"/>
                  </a:lnTo>
                  <a:lnTo>
                    <a:pt x="412009" y="45319"/>
                  </a:lnTo>
                  <a:lnTo>
                    <a:pt x="430910" y="0"/>
                  </a:lnTo>
                  <a:close/>
                </a:path>
              </a:pathLst>
            </a:custGeom>
            <a:noFill/>
            <a:ln w="19812">
              <a:solidFill>
                <a:srgbClr val="edeb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7" name="object 20"/>
          <p:cNvSpPr/>
          <p:nvPr/>
        </p:nvSpPr>
        <p:spPr>
          <a:xfrm>
            <a:off x="6415560" y="982080"/>
            <a:ext cx="224748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960" bIns="0" anchor="t">
            <a:spAutoFit/>
          </a:bodyPr>
          <a:p>
            <a:pPr marL="12600">
              <a:lnSpc>
                <a:spcPct val="90000"/>
              </a:lnSpc>
              <a:spcBef>
                <a:spcPts val="315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With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Compose,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you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use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YAML</a:t>
            </a:r>
            <a:r>
              <a:rPr b="0" lang="en-US" sz="18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file 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configure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your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application’s</a:t>
            </a:r>
            <a:r>
              <a:rPr b="0" lang="en-US" sz="1800" spc="-7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services</a:t>
            </a:r>
            <a:r>
              <a:rPr b="0" lang="en-US" sz="1800" spc="-12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object 21"/>
          <p:cNvSpPr/>
          <p:nvPr/>
        </p:nvSpPr>
        <p:spPr>
          <a:xfrm>
            <a:off x="6415560" y="3156840"/>
            <a:ext cx="219168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240" bIns="0" anchor="t">
            <a:spAutoFit/>
          </a:bodyPr>
          <a:p>
            <a:pPr marL="12600">
              <a:lnSpc>
                <a:spcPts val="1729"/>
              </a:lnSpc>
              <a:spcBef>
                <a:spcPts val="309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With</a:t>
            </a:r>
            <a:r>
              <a:rPr b="0" lang="en-US" sz="16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a</a:t>
            </a:r>
            <a:r>
              <a:rPr b="0" lang="en-US" sz="1600" spc="-7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single</a:t>
            </a:r>
            <a:r>
              <a:rPr b="0" lang="en-US" sz="16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command,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you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create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and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start</a:t>
            </a:r>
            <a:r>
              <a:rPr b="0" lang="en-US" sz="16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all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the</a:t>
            </a:r>
            <a:r>
              <a:rPr b="0" lang="en-US" sz="16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services</a:t>
            </a:r>
            <a:r>
              <a:rPr b="0" lang="en-US" sz="1600" spc="-5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from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your 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configuration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8840" y="246240"/>
            <a:ext cx="4254120" cy="8712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What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is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chemeClr val="lt1"/>
                </a:solidFill>
                <a:latin typeface="Arial"/>
              </a:rPr>
              <a:t>Compose?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338840" y="2527920"/>
            <a:ext cx="716508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3</a:t>
            </a:r>
            <a:r>
              <a:rPr b="0" lang="en-US" sz="3600" spc="-7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step</a:t>
            </a:r>
            <a:r>
              <a:rPr b="0" lang="en-US" sz="3600" spc="-7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process</a:t>
            </a:r>
            <a:r>
              <a:rPr b="0" lang="en-US" sz="3600" spc="-3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of</a:t>
            </a:r>
            <a:r>
              <a:rPr b="0" lang="en-US" sz="3600" spc="-7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 Compose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55440" bIns="0" anchor="t">
            <a:noAutofit/>
          </a:bodyPr>
          <a:p>
            <a:pPr marL="12312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2800" spc="-6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Compose</a:t>
            </a:r>
            <a:r>
              <a:rPr b="0" lang="en-US" sz="2800" spc="-3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is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a</a:t>
            </a:r>
            <a:r>
              <a:rPr b="0" lang="en-US" sz="2800" spc="-6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3</a:t>
            </a:r>
            <a:r>
              <a:rPr b="0" lang="en-US" sz="2800" spc="-4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Steps</a:t>
            </a:r>
            <a:r>
              <a:rPr b="0" lang="en-US" sz="2800" spc="-6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chemeClr val="lt1"/>
                </a:solidFill>
                <a:latin typeface="Arial"/>
              </a:rPr>
              <a:t>Process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object 3"/>
          <p:cNvSpPr/>
          <p:nvPr/>
        </p:nvSpPr>
        <p:spPr>
          <a:xfrm>
            <a:off x="1028880" y="978480"/>
            <a:ext cx="3476160" cy="1795320"/>
          </a:xfrm>
          <a:custGeom>
            <a:avLst/>
            <a:gdLst>
              <a:gd name="textAreaLeft" fmla="*/ 0 w 3476160"/>
              <a:gd name="textAreaRight" fmla="*/ 3476520 w 3476160"/>
              <a:gd name="textAreaTop" fmla="*/ 0 h 1795320"/>
              <a:gd name="textAreaBottom" fmla="*/ 1795680 h 1795320"/>
            </a:gdLst>
            <a:ahLst/>
            <a:rect l="textAreaLeft" t="textAreaTop" r="textAreaRight" b="textAreaBottom"/>
            <a:pathLst>
              <a:path w="3476625" h="1795780">
                <a:moveTo>
                  <a:pt x="3476244" y="0"/>
                </a:moveTo>
                <a:lnTo>
                  <a:pt x="0" y="0"/>
                </a:lnTo>
                <a:lnTo>
                  <a:pt x="0" y="1795271"/>
                </a:lnTo>
                <a:lnTo>
                  <a:pt x="2002663" y="1795271"/>
                </a:lnTo>
                <a:lnTo>
                  <a:pt x="2082038" y="1752345"/>
                </a:lnTo>
                <a:lnTo>
                  <a:pt x="2092198" y="1743836"/>
                </a:lnTo>
                <a:lnTo>
                  <a:pt x="2114169" y="1735200"/>
                </a:lnTo>
                <a:lnTo>
                  <a:pt x="2141220" y="1719452"/>
                </a:lnTo>
                <a:lnTo>
                  <a:pt x="2171573" y="1703831"/>
                </a:lnTo>
                <a:lnTo>
                  <a:pt x="2207133" y="1685162"/>
                </a:lnTo>
                <a:lnTo>
                  <a:pt x="2242566" y="1663827"/>
                </a:lnTo>
                <a:lnTo>
                  <a:pt x="2279777" y="1643760"/>
                </a:lnTo>
                <a:lnTo>
                  <a:pt x="2315210" y="1625218"/>
                </a:lnTo>
                <a:lnTo>
                  <a:pt x="2350770" y="1608073"/>
                </a:lnTo>
                <a:lnTo>
                  <a:pt x="2379472" y="1593722"/>
                </a:lnTo>
                <a:lnTo>
                  <a:pt x="2401442" y="1582292"/>
                </a:lnTo>
                <a:lnTo>
                  <a:pt x="2418334" y="1572259"/>
                </a:lnTo>
                <a:lnTo>
                  <a:pt x="2425065" y="1570862"/>
                </a:lnTo>
                <a:lnTo>
                  <a:pt x="2430145" y="1572259"/>
                </a:lnTo>
                <a:lnTo>
                  <a:pt x="2445385" y="1580895"/>
                </a:lnTo>
                <a:lnTo>
                  <a:pt x="2465704" y="1589404"/>
                </a:lnTo>
                <a:lnTo>
                  <a:pt x="2490978" y="1602358"/>
                </a:lnTo>
                <a:lnTo>
                  <a:pt x="2523109" y="1617979"/>
                </a:lnTo>
                <a:lnTo>
                  <a:pt x="2558541" y="1633727"/>
                </a:lnTo>
                <a:lnTo>
                  <a:pt x="2592451" y="1652396"/>
                </a:lnTo>
                <a:lnTo>
                  <a:pt x="2631313" y="1669541"/>
                </a:lnTo>
                <a:lnTo>
                  <a:pt x="2666746" y="1688083"/>
                </a:lnTo>
                <a:lnTo>
                  <a:pt x="2700528" y="1703831"/>
                </a:lnTo>
                <a:lnTo>
                  <a:pt x="2729229" y="1718055"/>
                </a:lnTo>
                <a:lnTo>
                  <a:pt x="2776601" y="1740915"/>
                </a:lnTo>
                <a:lnTo>
                  <a:pt x="2786761" y="1746630"/>
                </a:lnTo>
                <a:lnTo>
                  <a:pt x="2894838" y="1795271"/>
                </a:lnTo>
                <a:lnTo>
                  <a:pt x="3476244" y="1795271"/>
                </a:lnTo>
                <a:lnTo>
                  <a:pt x="3476244" y="1255014"/>
                </a:lnTo>
                <a:lnTo>
                  <a:pt x="3430651" y="1260728"/>
                </a:lnTo>
                <a:lnTo>
                  <a:pt x="3390011" y="1270634"/>
                </a:lnTo>
                <a:lnTo>
                  <a:pt x="3351149" y="1277873"/>
                </a:lnTo>
                <a:lnTo>
                  <a:pt x="3310636" y="1290700"/>
                </a:lnTo>
                <a:lnTo>
                  <a:pt x="3209290" y="1332102"/>
                </a:lnTo>
                <a:lnTo>
                  <a:pt x="3170301" y="1349374"/>
                </a:lnTo>
                <a:lnTo>
                  <a:pt x="3104515" y="1382140"/>
                </a:lnTo>
                <a:lnTo>
                  <a:pt x="3030092" y="1442211"/>
                </a:lnTo>
                <a:lnTo>
                  <a:pt x="2977769" y="1489328"/>
                </a:lnTo>
                <a:lnTo>
                  <a:pt x="2933827" y="1537969"/>
                </a:lnTo>
                <a:lnTo>
                  <a:pt x="2901696" y="1577974"/>
                </a:lnTo>
                <a:lnTo>
                  <a:pt x="2884804" y="1606549"/>
                </a:lnTo>
                <a:lnTo>
                  <a:pt x="2864485" y="1636648"/>
                </a:lnTo>
                <a:lnTo>
                  <a:pt x="2849245" y="1663827"/>
                </a:lnTo>
                <a:lnTo>
                  <a:pt x="2837434" y="1690877"/>
                </a:lnTo>
                <a:lnTo>
                  <a:pt x="2830703" y="1710943"/>
                </a:lnTo>
                <a:lnTo>
                  <a:pt x="2820542" y="1710943"/>
                </a:lnTo>
                <a:lnTo>
                  <a:pt x="2813812" y="1709546"/>
                </a:lnTo>
                <a:lnTo>
                  <a:pt x="2800223" y="1700910"/>
                </a:lnTo>
                <a:lnTo>
                  <a:pt x="2778252" y="1690877"/>
                </a:lnTo>
                <a:lnTo>
                  <a:pt x="2751201" y="1676653"/>
                </a:lnTo>
                <a:lnTo>
                  <a:pt x="2725928" y="1662302"/>
                </a:lnTo>
                <a:lnTo>
                  <a:pt x="2697226" y="1649475"/>
                </a:lnTo>
                <a:lnTo>
                  <a:pt x="2668397" y="1633727"/>
                </a:lnTo>
                <a:lnTo>
                  <a:pt x="2646426" y="1623694"/>
                </a:lnTo>
                <a:lnTo>
                  <a:pt x="2626233" y="1613789"/>
                </a:lnTo>
                <a:lnTo>
                  <a:pt x="2617724" y="1608073"/>
                </a:lnTo>
                <a:lnTo>
                  <a:pt x="2583941" y="1589404"/>
                </a:lnTo>
                <a:lnTo>
                  <a:pt x="2558541" y="1576577"/>
                </a:lnTo>
                <a:lnTo>
                  <a:pt x="2529840" y="1559433"/>
                </a:lnTo>
                <a:lnTo>
                  <a:pt x="2497709" y="1545081"/>
                </a:lnTo>
                <a:lnTo>
                  <a:pt x="2469007" y="1529460"/>
                </a:lnTo>
                <a:lnTo>
                  <a:pt x="2445385" y="1518030"/>
                </a:lnTo>
                <a:lnTo>
                  <a:pt x="2428494" y="1509394"/>
                </a:lnTo>
                <a:lnTo>
                  <a:pt x="2416683" y="1505077"/>
                </a:lnTo>
                <a:lnTo>
                  <a:pt x="2382901" y="1523745"/>
                </a:lnTo>
                <a:lnTo>
                  <a:pt x="2323719" y="1558035"/>
                </a:lnTo>
                <a:lnTo>
                  <a:pt x="2286508" y="1576577"/>
                </a:lnTo>
                <a:lnTo>
                  <a:pt x="2247646" y="1599437"/>
                </a:lnTo>
                <a:lnTo>
                  <a:pt x="2205355" y="1620900"/>
                </a:lnTo>
                <a:lnTo>
                  <a:pt x="2164842" y="1642364"/>
                </a:lnTo>
                <a:lnTo>
                  <a:pt x="2122551" y="1663827"/>
                </a:lnTo>
                <a:lnTo>
                  <a:pt x="2085467" y="1685162"/>
                </a:lnTo>
                <a:lnTo>
                  <a:pt x="2049907" y="1703831"/>
                </a:lnTo>
                <a:lnTo>
                  <a:pt x="2021205" y="1718055"/>
                </a:lnTo>
                <a:lnTo>
                  <a:pt x="1973833" y="1740915"/>
                </a:lnTo>
                <a:lnTo>
                  <a:pt x="1970532" y="1740915"/>
                </a:lnTo>
                <a:lnTo>
                  <a:pt x="2005964" y="1580895"/>
                </a:lnTo>
                <a:lnTo>
                  <a:pt x="2011045" y="1576577"/>
                </a:lnTo>
                <a:lnTo>
                  <a:pt x="2012695" y="1572259"/>
                </a:lnTo>
                <a:lnTo>
                  <a:pt x="2012695" y="1566544"/>
                </a:lnTo>
                <a:lnTo>
                  <a:pt x="2016125" y="1560829"/>
                </a:lnTo>
                <a:lnTo>
                  <a:pt x="2016125" y="1550796"/>
                </a:lnTo>
                <a:lnTo>
                  <a:pt x="2019554" y="1542287"/>
                </a:lnTo>
                <a:lnTo>
                  <a:pt x="2021205" y="1540890"/>
                </a:lnTo>
                <a:lnTo>
                  <a:pt x="2021205" y="1537969"/>
                </a:lnTo>
                <a:lnTo>
                  <a:pt x="2024507" y="1535175"/>
                </a:lnTo>
                <a:lnTo>
                  <a:pt x="2026285" y="1529460"/>
                </a:lnTo>
                <a:lnTo>
                  <a:pt x="2033016" y="1503679"/>
                </a:lnTo>
                <a:lnTo>
                  <a:pt x="2046477" y="1479422"/>
                </a:lnTo>
                <a:lnTo>
                  <a:pt x="2048256" y="1466468"/>
                </a:lnTo>
                <a:lnTo>
                  <a:pt x="2056638" y="1446529"/>
                </a:lnTo>
                <a:lnTo>
                  <a:pt x="2070227" y="1422272"/>
                </a:lnTo>
                <a:lnTo>
                  <a:pt x="2085467" y="1393570"/>
                </a:lnTo>
                <a:lnTo>
                  <a:pt x="2142871" y="1296415"/>
                </a:lnTo>
                <a:lnTo>
                  <a:pt x="2183384" y="1236344"/>
                </a:lnTo>
                <a:lnTo>
                  <a:pt x="2200275" y="1212087"/>
                </a:lnTo>
                <a:lnTo>
                  <a:pt x="2213864" y="1193545"/>
                </a:lnTo>
                <a:lnTo>
                  <a:pt x="2222246" y="1180591"/>
                </a:lnTo>
                <a:lnTo>
                  <a:pt x="2269616" y="1124965"/>
                </a:lnTo>
                <a:lnTo>
                  <a:pt x="2313559" y="1076324"/>
                </a:lnTo>
                <a:lnTo>
                  <a:pt x="2359152" y="1032001"/>
                </a:lnTo>
                <a:lnTo>
                  <a:pt x="2409825" y="989075"/>
                </a:lnTo>
                <a:lnTo>
                  <a:pt x="2467355" y="941958"/>
                </a:lnTo>
                <a:lnTo>
                  <a:pt x="2502789" y="914780"/>
                </a:lnTo>
                <a:lnTo>
                  <a:pt x="2536571" y="887602"/>
                </a:lnTo>
                <a:lnTo>
                  <a:pt x="2570479" y="866139"/>
                </a:lnTo>
                <a:lnTo>
                  <a:pt x="2610992" y="839088"/>
                </a:lnTo>
                <a:lnTo>
                  <a:pt x="2688716" y="794765"/>
                </a:lnTo>
                <a:lnTo>
                  <a:pt x="2707259" y="781812"/>
                </a:lnTo>
                <a:lnTo>
                  <a:pt x="2727579" y="770381"/>
                </a:lnTo>
                <a:lnTo>
                  <a:pt x="2747899" y="761872"/>
                </a:lnTo>
                <a:lnTo>
                  <a:pt x="2769870" y="751839"/>
                </a:lnTo>
                <a:lnTo>
                  <a:pt x="2807080" y="731774"/>
                </a:lnTo>
                <a:lnTo>
                  <a:pt x="2854325" y="710438"/>
                </a:lnTo>
                <a:lnTo>
                  <a:pt x="2899917" y="691768"/>
                </a:lnTo>
                <a:lnTo>
                  <a:pt x="2943860" y="676147"/>
                </a:lnTo>
                <a:lnTo>
                  <a:pt x="2959100" y="670305"/>
                </a:lnTo>
                <a:lnTo>
                  <a:pt x="3040253" y="643254"/>
                </a:lnTo>
                <a:lnTo>
                  <a:pt x="3072384" y="634618"/>
                </a:lnTo>
                <a:lnTo>
                  <a:pt x="3124708" y="621791"/>
                </a:lnTo>
                <a:lnTo>
                  <a:pt x="3139948" y="618870"/>
                </a:lnTo>
                <a:lnTo>
                  <a:pt x="3153410" y="614679"/>
                </a:lnTo>
                <a:lnTo>
                  <a:pt x="3170301" y="610362"/>
                </a:lnTo>
                <a:lnTo>
                  <a:pt x="3188970" y="608964"/>
                </a:lnTo>
                <a:lnTo>
                  <a:pt x="3197352" y="608964"/>
                </a:lnTo>
                <a:lnTo>
                  <a:pt x="3197352" y="603250"/>
                </a:lnTo>
                <a:lnTo>
                  <a:pt x="3210941" y="600328"/>
                </a:lnTo>
                <a:lnTo>
                  <a:pt x="3232912" y="598931"/>
                </a:lnTo>
                <a:lnTo>
                  <a:pt x="3256534" y="596011"/>
                </a:lnTo>
                <a:lnTo>
                  <a:pt x="3283585" y="590295"/>
                </a:lnTo>
                <a:lnTo>
                  <a:pt x="3307207" y="585977"/>
                </a:lnTo>
                <a:lnTo>
                  <a:pt x="3324098" y="584580"/>
                </a:lnTo>
                <a:lnTo>
                  <a:pt x="3356229" y="578865"/>
                </a:lnTo>
                <a:lnTo>
                  <a:pt x="3384930" y="573151"/>
                </a:lnTo>
                <a:lnTo>
                  <a:pt x="3415411" y="571753"/>
                </a:lnTo>
                <a:lnTo>
                  <a:pt x="3454273" y="568832"/>
                </a:lnTo>
                <a:lnTo>
                  <a:pt x="3462782" y="568832"/>
                </a:lnTo>
                <a:lnTo>
                  <a:pt x="3469513" y="571753"/>
                </a:lnTo>
                <a:lnTo>
                  <a:pt x="3476244" y="571753"/>
                </a:lnTo>
                <a:lnTo>
                  <a:pt x="347624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object 4"/>
          <p:cNvSpPr/>
          <p:nvPr/>
        </p:nvSpPr>
        <p:spPr>
          <a:xfrm>
            <a:off x="4748760" y="978480"/>
            <a:ext cx="3530880" cy="1795320"/>
          </a:xfrm>
          <a:custGeom>
            <a:avLst/>
            <a:gdLst>
              <a:gd name="textAreaLeft" fmla="*/ 0 w 3530880"/>
              <a:gd name="textAreaRight" fmla="*/ 3531240 w 3530880"/>
              <a:gd name="textAreaTop" fmla="*/ 0 h 1795320"/>
              <a:gd name="textAreaBottom" fmla="*/ 1795680 h 1795320"/>
            </a:gdLst>
            <a:ahLst/>
            <a:rect l="textAreaLeft" t="textAreaTop" r="textAreaRight" b="textAreaBottom"/>
            <a:pathLst>
              <a:path w="3531234" h="1795780">
                <a:moveTo>
                  <a:pt x="3531108" y="0"/>
                </a:moveTo>
                <a:lnTo>
                  <a:pt x="0" y="0"/>
                </a:lnTo>
                <a:lnTo>
                  <a:pt x="0" y="640333"/>
                </a:lnTo>
                <a:lnTo>
                  <a:pt x="5079" y="646049"/>
                </a:lnTo>
                <a:lnTo>
                  <a:pt x="11937" y="654684"/>
                </a:lnTo>
                <a:lnTo>
                  <a:pt x="39115" y="690371"/>
                </a:lnTo>
                <a:lnTo>
                  <a:pt x="57785" y="713231"/>
                </a:lnTo>
                <a:lnTo>
                  <a:pt x="78231" y="740409"/>
                </a:lnTo>
                <a:lnTo>
                  <a:pt x="122427" y="796163"/>
                </a:lnTo>
                <a:lnTo>
                  <a:pt x="144525" y="826134"/>
                </a:lnTo>
                <a:lnTo>
                  <a:pt x="164973" y="854709"/>
                </a:lnTo>
                <a:lnTo>
                  <a:pt x="185292" y="879093"/>
                </a:lnTo>
                <a:lnTo>
                  <a:pt x="200660" y="901953"/>
                </a:lnTo>
                <a:lnTo>
                  <a:pt x="222757" y="929131"/>
                </a:lnTo>
                <a:lnTo>
                  <a:pt x="224408" y="933322"/>
                </a:lnTo>
                <a:lnTo>
                  <a:pt x="222757" y="936243"/>
                </a:lnTo>
                <a:lnTo>
                  <a:pt x="210819" y="949070"/>
                </a:lnTo>
                <a:lnTo>
                  <a:pt x="198881" y="969136"/>
                </a:lnTo>
                <a:lnTo>
                  <a:pt x="178562" y="991996"/>
                </a:lnTo>
                <a:lnTo>
                  <a:pt x="127507" y="1056258"/>
                </a:lnTo>
                <a:lnTo>
                  <a:pt x="98551" y="1093469"/>
                </a:lnTo>
                <a:lnTo>
                  <a:pt x="67944" y="1132077"/>
                </a:lnTo>
                <a:lnTo>
                  <a:pt x="0" y="1215008"/>
                </a:lnTo>
                <a:lnTo>
                  <a:pt x="0" y="1795271"/>
                </a:lnTo>
                <a:lnTo>
                  <a:pt x="664717" y="1795271"/>
                </a:lnTo>
                <a:lnTo>
                  <a:pt x="651128" y="1746630"/>
                </a:lnTo>
                <a:lnTo>
                  <a:pt x="644398" y="1723770"/>
                </a:lnTo>
                <a:lnTo>
                  <a:pt x="637539" y="1709546"/>
                </a:lnTo>
                <a:lnTo>
                  <a:pt x="630681" y="1703831"/>
                </a:lnTo>
                <a:lnTo>
                  <a:pt x="629030" y="1688083"/>
                </a:lnTo>
                <a:lnTo>
                  <a:pt x="620521" y="1669541"/>
                </a:lnTo>
                <a:lnTo>
                  <a:pt x="606932" y="1648078"/>
                </a:lnTo>
                <a:lnTo>
                  <a:pt x="593343" y="1623694"/>
                </a:lnTo>
                <a:lnTo>
                  <a:pt x="577976" y="1599437"/>
                </a:lnTo>
                <a:lnTo>
                  <a:pt x="562737" y="1576577"/>
                </a:lnTo>
                <a:lnTo>
                  <a:pt x="550799" y="1559433"/>
                </a:lnTo>
                <a:lnTo>
                  <a:pt x="542289" y="1546605"/>
                </a:lnTo>
                <a:lnTo>
                  <a:pt x="527050" y="1527936"/>
                </a:lnTo>
                <a:lnTo>
                  <a:pt x="504951" y="1507997"/>
                </a:lnTo>
                <a:lnTo>
                  <a:pt x="453898" y="1465071"/>
                </a:lnTo>
                <a:lnTo>
                  <a:pt x="428370" y="1446529"/>
                </a:lnTo>
                <a:lnTo>
                  <a:pt x="384175" y="1407921"/>
                </a:lnTo>
                <a:lnTo>
                  <a:pt x="360425" y="1393570"/>
                </a:lnTo>
                <a:lnTo>
                  <a:pt x="331469" y="1376425"/>
                </a:lnTo>
                <a:lnTo>
                  <a:pt x="317880" y="1369314"/>
                </a:lnTo>
                <a:lnTo>
                  <a:pt x="302640" y="1360804"/>
                </a:lnTo>
                <a:lnTo>
                  <a:pt x="289051" y="1355089"/>
                </a:lnTo>
                <a:lnTo>
                  <a:pt x="268604" y="1345056"/>
                </a:lnTo>
                <a:lnTo>
                  <a:pt x="215900" y="1322196"/>
                </a:lnTo>
                <a:lnTo>
                  <a:pt x="183641" y="1312164"/>
                </a:lnTo>
                <a:lnTo>
                  <a:pt x="151256" y="1297812"/>
                </a:lnTo>
                <a:lnTo>
                  <a:pt x="137667" y="1295018"/>
                </a:lnTo>
                <a:lnTo>
                  <a:pt x="120650" y="1289303"/>
                </a:lnTo>
                <a:lnTo>
                  <a:pt x="98551" y="1283589"/>
                </a:lnTo>
                <a:lnTo>
                  <a:pt x="78231" y="1276477"/>
                </a:lnTo>
                <a:lnTo>
                  <a:pt x="62864" y="1270634"/>
                </a:lnTo>
                <a:lnTo>
                  <a:pt x="56133" y="1264919"/>
                </a:lnTo>
                <a:lnTo>
                  <a:pt x="57785" y="1259204"/>
                </a:lnTo>
                <a:lnTo>
                  <a:pt x="67944" y="1247774"/>
                </a:lnTo>
                <a:lnTo>
                  <a:pt x="79882" y="1229233"/>
                </a:lnTo>
                <a:lnTo>
                  <a:pt x="96900" y="1207769"/>
                </a:lnTo>
                <a:lnTo>
                  <a:pt x="113918" y="1184909"/>
                </a:lnTo>
                <a:lnTo>
                  <a:pt x="129158" y="1160652"/>
                </a:lnTo>
                <a:lnTo>
                  <a:pt x="147954" y="1136395"/>
                </a:lnTo>
                <a:lnTo>
                  <a:pt x="159765" y="1117727"/>
                </a:lnTo>
                <a:lnTo>
                  <a:pt x="171703" y="1100581"/>
                </a:lnTo>
                <a:lnTo>
                  <a:pt x="178562" y="1093469"/>
                </a:lnTo>
                <a:lnTo>
                  <a:pt x="185292" y="1083436"/>
                </a:lnTo>
                <a:lnTo>
                  <a:pt x="195452" y="1069212"/>
                </a:lnTo>
                <a:lnTo>
                  <a:pt x="209168" y="1050543"/>
                </a:lnTo>
                <a:lnTo>
                  <a:pt x="227837" y="1027683"/>
                </a:lnTo>
                <a:lnTo>
                  <a:pt x="243077" y="1003426"/>
                </a:lnTo>
                <a:lnTo>
                  <a:pt x="260095" y="981963"/>
                </a:lnTo>
                <a:lnTo>
                  <a:pt x="273685" y="960500"/>
                </a:lnTo>
                <a:lnTo>
                  <a:pt x="287274" y="941958"/>
                </a:lnTo>
                <a:lnTo>
                  <a:pt x="295782" y="929131"/>
                </a:lnTo>
                <a:lnTo>
                  <a:pt x="297561" y="921892"/>
                </a:lnTo>
                <a:lnTo>
                  <a:pt x="295782" y="916177"/>
                </a:lnTo>
                <a:lnTo>
                  <a:pt x="287274" y="903351"/>
                </a:lnTo>
                <a:lnTo>
                  <a:pt x="273685" y="886205"/>
                </a:lnTo>
                <a:lnTo>
                  <a:pt x="258444" y="866139"/>
                </a:lnTo>
                <a:lnTo>
                  <a:pt x="222757" y="817626"/>
                </a:lnTo>
                <a:lnTo>
                  <a:pt x="207390" y="794765"/>
                </a:lnTo>
                <a:lnTo>
                  <a:pt x="192150" y="776096"/>
                </a:lnTo>
                <a:lnTo>
                  <a:pt x="180212" y="761872"/>
                </a:lnTo>
                <a:lnTo>
                  <a:pt x="166624" y="743203"/>
                </a:lnTo>
                <a:lnTo>
                  <a:pt x="156463" y="727582"/>
                </a:lnTo>
                <a:lnTo>
                  <a:pt x="142748" y="707516"/>
                </a:lnTo>
                <a:lnTo>
                  <a:pt x="127507" y="684656"/>
                </a:lnTo>
                <a:lnTo>
                  <a:pt x="91820" y="640333"/>
                </a:lnTo>
                <a:lnTo>
                  <a:pt x="76453" y="618870"/>
                </a:lnTo>
                <a:lnTo>
                  <a:pt x="62864" y="603250"/>
                </a:lnTo>
                <a:lnTo>
                  <a:pt x="54355" y="590295"/>
                </a:lnTo>
                <a:lnTo>
                  <a:pt x="47625" y="585977"/>
                </a:lnTo>
                <a:lnTo>
                  <a:pt x="47625" y="574547"/>
                </a:lnTo>
                <a:lnTo>
                  <a:pt x="200660" y="587501"/>
                </a:lnTo>
                <a:lnTo>
                  <a:pt x="198881" y="590295"/>
                </a:lnTo>
                <a:lnTo>
                  <a:pt x="222757" y="596011"/>
                </a:lnTo>
                <a:lnTo>
                  <a:pt x="231266" y="598931"/>
                </a:lnTo>
                <a:lnTo>
                  <a:pt x="256666" y="603250"/>
                </a:lnTo>
                <a:lnTo>
                  <a:pt x="256666" y="606043"/>
                </a:lnTo>
                <a:lnTo>
                  <a:pt x="314578" y="614679"/>
                </a:lnTo>
                <a:lnTo>
                  <a:pt x="351916" y="623188"/>
                </a:lnTo>
                <a:lnTo>
                  <a:pt x="391032" y="634618"/>
                </a:lnTo>
                <a:lnTo>
                  <a:pt x="428370" y="646049"/>
                </a:lnTo>
                <a:lnTo>
                  <a:pt x="464185" y="657478"/>
                </a:lnTo>
                <a:lnTo>
                  <a:pt x="496442" y="667512"/>
                </a:lnTo>
                <a:lnTo>
                  <a:pt x="518540" y="676147"/>
                </a:lnTo>
                <a:lnTo>
                  <a:pt x="559307" y="688975"/>
                </a:lnTo>
                <a:lnTo>
                  <a:pt x="598424" y="701801"/>
                </a:lnTo>
                <a:lnTo>
                  <a:pt x="673226" y="734694"/>
                </a:lnTo>
                <a:lnTo>
                  <a:pt x="712342" y="753237"/>
                </a:lnTo>
                <a:lnTo>
                  <a:pt x="780288" y="791844"/>
                </a:lnTo>
                <a:lnTo>
                  <a:pt x="814324" y="811911"/>
                </a:lnTo>
                <a:lnTo>
                  <a:pt x="877188" y="844803"/>
                </a:lnTo>
                <a:lnTo>
                  <a:pt x="901064" y="860425"/>
                </a:lnTo>
                <a:lnTo>
                  <a:pt x="926591" y="877569"/>
                </a:lnTo>
                <a:lnTo>
                  <a:pt x="946912" y="893317"/>
                </a:lnTo>
                <a:lnTo>
                  <a:pt x="1008126" y="939037"/>
                </a:lnTo>
                <a:lnTo>
                  <a:pt x="1065911" y="987678"/>
                </a:lnTo>
                <a:lnTo>
                  <a:pt x="1118615" y="1034795"/>
                </a:lnTo>
                <a:lnTo>
                  <a:pt x="1159510" y="1076324"/>
                </a:lnTo>
                <a:lnTo>
                  <a:pt x="1196848" y="1116329"/>
                </a:lnTo>
                <a:lnTo>
                  <a:pt x="1232535" y="1154937"/>
                </a:lnTo>
                <a:lnTo>
                  <a:pt x="1268221" y="1202054"/>
                </a:lnTo>
                <a:lnTo>
                  <a:pt x="1334515" y="1290700"/>
                </a:lnTo>
                <a:lnTo>
                  <a:pt x="1363471" y="1339341"/>
                </a:lnTo>
                <a:lnTo>
                  <a:pt x="1416177" y="1436496"/>
                </a:lnTo>
                <a:lnTo>
                  <a:pt x="1438275" y="1492249"/>
                </a:lnTo>
                <a:lnTo>
                  <a:pt x="1458721" y="1552320"/>
                </a:lnTo>
                <a:lnTo>
                  <a:pt x="1473962" y="1608073"/>
                </a:lnTo>
                <a:lnTo>
                  <a:pt x="1489328" y="1666620"/>
                </a:lnTo>
                <a:lnTo>
                  <a:pt x="1504568" y="1729485"/>
                </a:lnTo>
                <a:lnTo>
                  <a:pt x="1516506" y="1795271"/>
                </a:lnTo>
                <a:lnTo>
                  <a:pt x="3531108" y="1795271"/>
                </a:lnTo>
                <a:lnTo>
                  <a:pt x="3531108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object 5"/>
          <p:cNvSpPr/>
          <p:nvPr/>
        </p:nvSpPr>
        <p:spPr>
          <a:xfrm>
            <a:off x="1028880" y="2944440"/>
            <a:ext cx="3476160" cy="1793520"/>
          </a:xfrm>
          <a:custGeom>
            <a:avLst/>
            <a:gdLst>
              <a:gd name="textAreaLeft" fmla="*/ 0 w 3476160"/>
              <a:gd name="textAreaRight" fmla="*/ 3476520 w 3476160"/>
              <a:gd name="textAreaTop" fmla="*/ 0 h 1793520"/>
              <a:gd name="textAreaBottom" fmla="*/ 1793880 h 1793520"/>
            </a:gdLst>
            <a:ahLst/>
            <a:rect l="textAreaLeft" t="textAreaTop" r="textAreaRight" b="textAreaBottom"/>
            <a:pathLst>
              <a:path w="3476625" h="1793875">
                <a:moveTo>
                  <a:pt x="1997583" y="0"/>
                </a:moveTo>
                <a:lnTo>
                  <a:pt x="0" y="0"/>
                </a:lnTo>
                <a:lnTo>
                  <a:pt x="0" y="1793748"/>
                </a:lnTo>
                <a:lnTo>
                  <a:pt x="3476244" y="1793748"/>
                </a:lnTo>
                <a:lnTo>
                  <a:pt x="3476244" y="1256334"/>
                </a:lnTo>
                <a:lnTo>
                  <a:pt x="3449192" y="1256334"/>
                </a:lnTo>
                <a:lnTo>
                  <a:pt x="3386709" y="1250619"/>
                </a:lnTo>
                <a:lnTo>
                  <a:pt x="3329178" y="1242047"/>
                </a:lnTo>
                <a:lnTo>
                  <a:pt x="3276854" y="1229182"/>
                </a:lnTo>
                <a:lnTo>
                  <a:pt x="3224403" y="1217752"/>
                </a:lnTo>
                <a:lnTo>
                  <a:pt x="3170301" y="1204887"/>
                </a:lnTo>
                <a:lnTo>
                  <a:pt x="3109467" y="1189164"/>
                </a:lnTo>
                <a:lnTo>
                  <a:pt x="3045333" y="1169149"/>
                </a:lnTo>
                <a:lnTo>
                  <a:pt x="2928747" y="1124839"/>
                </a:lnTo>
                <a:lnTo>
                  <a:pt x="2871216" y="1100543"/>
                </a:lnTo>
                <a:lnTo>
                  <a:pt x="2764790" y="1051953"/>
                </a:lnTo>
                <a:lnTo>
                  <a:pt x="2675254" y="1003350"/>
                </a:lnTo>
                <a:lnTo>
                  <a:pt x="2634615" y="976198"/>
                </a:lnTo>
                <a:lnTo>
                  <a:pt x="2592451" y="949045"/>
                </a:lnTo>
                <a:lnTo>
                  <a:pt x="2553589" y="920496"/>
                </a:lnTo>
                <a:lnTo>
                  <a:pt x="2523109" y="896112"/>
                </a:lnTo>
                <a:lnTo>
                  <a:pt x="2479166" y="861822"/>
                </a:lnTo>
                <a:lnTo>
                  <a:pt x="2396363" y="791845"/>
                </a:lnTo>
                <a:lnTo>
                  <a:pt x="2355850" y="753237"/>
                </a:lnTo>
                <a:lnTo>
                  <a:pt x="2328799" y="728980"/>
                </a:lnTo>
                <a:lnTo>
                  <a:pt x="2301748" y="703199"/>
                </a:lnTo>
                <a:lnTo>
                  <a:pt x="2279777" y="674624"/>
                </a:lnTo>
                <a:lnTo>
                  <a:pt x="2257805" y="644652"/>
                </a:lnTo>
                <a:lnTo>
                  <a:pt x="2234184" y="617474"/>
                </a:lnTo>
                <a:lnTo>
                  <a:pt x="2193544" y="557403"/>
                </a:lnTo>
                <a:lnTo>
                  <a:pt x="2173224" y="528828"/>
                </a:lnTo>
                <a:lnTo>
                  <a:pt x="2154682" y="495935"/>
                </a:lnTo>
                <a:lnTo>
                  <a:pt x="2127631" y="447421"/>
                </a:lnTo>
                <a:lnTo>
                  <a:pt x="2104009" y="397383"/>
                </a:lnTo>
                <a:lnTo>
                  <a:pt x="2090420" y="368808"/>
                </a:lnTo>
                <a:lnTo>
                  <a:pt x="2082038" y="344424"/>
                </a:lnTo>
                <a:lnTo>
                  <a:pt x="2070227" y="318770"/>
                </a:lnTo>
                <a:lnTo>
                  <a:pt x="2060067" y="288671"/>
                </a:lnTo>
                <a:lnTo>
                  <a:pt x="2054987" y="274447"/>
                </a:lnTo>
                <a:lnTo>
                  <a:pt x="2048256" y="254381"/>
                </a:lnTo>
                <a:lnTo>
                  <a:pt x="2039747" y="232918"/>
                </a:lnTo>
                <a:lnTo>
                  <a:pt x="2033016" y="210058"/>
                </a:lnTo>
                <a:lnTo>
                  <a:pt x="2027936" y="191516"/>
                </a:lnTo>
                <a:lnTo>
                  <a:pt x="2026447" y="178689"/>
                </a:lnTo>
                <a:lnTo>
                  <a:pt x="2024507" y="178689"/>
                </a:lnTo>
                <a:lnTo>
                  <a:pt x="2005964" y="88646"/>
                </a:lnTo>
                <a:lnTo>
                  <a:pt x="2009394" y="87249"/>
                </a:lnTo>
                <a:lnTo>
                  <a:pt x="2002663" y="81407"/>
                </a:lnTo>
                <a:lnTo>
                  <a:pt x="1997583" y="0"/>
                </a:lnTo>
                <a:close/>
              </a:path>
              <a:path w="3476625" h="1793875">
                <a:moveTo>
                  <a:pt x="3476244" y="608838"/>
                </a:moveTo>
                <a:lnTo>
                  <a:pt x="3459353" y="625983"/>
                </a:lnTo>
                <a:lnTo>
                  <a:pt x="3440811" y="648843"/>
                </a:lnTo>
                <a:lnTo>
                  <a:pt x="3415411" y="674624"/>
                </a:lnTo>
                <a:lnTo>
                  <a:pt x="3390011" y="703199"/>
                </a:lnTo>
                <a:lnTo>
                  <a:pt x="3361309" y="730377"/>
                </a:lnTo>
                <a:lnTo>
                  <a:pt x="3329178" y="760349"/>
                </a:lnTo>
                <a:lnTo>
                  <a:pt x="3273425" y="819023"/>
                </a:lnTo>
                <a:lnTo>
                  <a:pt x="3248152" y="844677"/>
                </a:lnTo>
                <a:lnTo>
                  <a:pt x="3210941" y="883285"/>
                </a:lnTo>
                <a:lnTo>
                  <a:pt x="3199129" y="896112"/>
                </a:lnTo>
                <a:lnTo>
                  <a:pt x="3195701" y="904748"/>
                </a:lnTo>
                <a:lnTo>
                  <a:pt x="3197352" y="910463"/>
                </a:lnTo>
                <a:lnTo>
                  <a:pt x="3209290" y="923290"/>
                </a:lnTo>
                <a:lnTo>
                  <a:pt x="3221101" y="943330"/>
                </a:lnTo>
                <a:lnTo>
                  <a:pt x="3261614" y="996213"/>
                </a:lnTo>
                <a:lnTo>
                  <a:pt x="3283585" y="1027658"/>
                </a:lnTo>
                <a:lnTo>
                  <a:pt x="3310636" y="1060526"/>
                </a:lnTo>
                <a:lnTo>
                  <a:pt x="3334258" y="1091971"/>
                </a:lnTo>
                <a:lnTo>
                  <a:pt x="3361309" y="1126274"/>
                </a:lnTo>
                <a:lnTo>
                  <a:pt x="3383279" y="1157719"/>
                </a:lnTo>
                <a:lnTo>
                  <a:pt x="3405251" y="1186307"/>
                </a:lnTo>
                <a:lnTo>
                  <a:pt x="3422141" y="1210602"/>
                </a:lnTo>
                <a:lnTo>
                  <a:pt x="3435730" y="1230604"/>
                </a:lnTo>
                <a:lnTo>
                  <a:pt x="3447541" y="1243469"/>
                </a:lnTo>
                <a:lnTo>
                  <a:pt x="3449192" y="1249197"/>
                </a:lnTo>
                <a:lnTo>
                  <a:pt x="3449192" y="1256334"/>
                </a:lnTo>
                <a:lnTo>
                  <a:pt x="3476244" y="1256334"/>
                </a:lnTo>
                <a:lnTo>
                  <a:pt x="3476244" y="1159141"/>
                </a:lnTo>
                <a:lnTo>
                  <a:pt x="3457702" y="1134846"/>
                </a:lnTo>
                <a:lnTo>
                  <a:pt x="3435730" y="1107694"/>
                </a:lnTo>
                <a:lnTo>
                  <a:pt x="3413760" y="1077683"/>
                </a:lnTo>
                <a:lnTo>
                  <a:pt x="3391789" y="1046238"/>
                </a:lnTo>
                <a:lnTo>
                  <a:pt x="3368040" y="1016215"/>
                </a:lnTo>
                <a:lnTo>
                  <a:pt x="3347847" y="986205"/>
                </a:lnTo>
                <a:lnTo>
                  <a:pt x="3327527" y="960475"/>
                </a:lnTo>
                <a:lnTo>
                  <a:pt x="3310636" y="936180"/>
                </a:lnTo>
                <a:lnTo>
                  <a:pt x="3297047" y="918972"/>
                </a:lnTo>
                <a:lnTo>
                  <a:pt x="3288665" y="906145"/>
                </a:lnTo>
                <a:lnTo>
                  <a:pt x="3285236" y="901827"/>
                </a:lnTo>
                <a:lnTo>
                  <a:pt x="3298825" y="886206"/>
                </a:lnTo>
                <a:lnTo>
                  <a:pt x="3314065" y="867537"/>
                </a:lnTo>
                <a:lnTo>
                  <a:pt x="3334258" y="844677"/>
                </a:lnTo>
                <a:lnTo>
                  <a:pt x="3356229" y="819023"/>
                </a:lnTo>
                <a:lnTo>
                  <a:pt x="3379978" y="790448"/>
                </a:lnTo>
                <a:lnTo>
                  <a:pt x="3406902" y="761746"/>
                </a:lnTo>
                <a:lnTo>
                  <a:pt x="3455924" y="706120"/>
                </a:lnTo>
                <a:lnTo>
                  <a:pt x="3476244" y="684657"/>
                </a:lnTo>
                <a:lnTo>
                  <a:pt x="3476244" y="608838"/>
                </a:lnTo>
                <a:close/>
              </a:path>
              <a:path w="3476625" h="1793875">
                <a:moveTo>
                  <a:pt x="3476244" y="0"/>
                </a:moveTo>
                <a:lnTo>
                  <a:pt x="2829052" y="0"/>
                </a:lnTo>
                <a:lnTo>
                  <a:pt x="2829052" y="55753"/>
                </a:lnTo>
                <a:lnTo>
                  <a:pt x="2830703" y="74295"/>
                </a:lnTo>
                <a:lnTo>
                  <a:pt x="2837434" y="98679"/>
                </a:lnTo>
                <a:lnTo>
                  <a:pt x="2844165" y="124333"/>
                </a:lnTo>
                <a:lnTo>
                  <a:pt x="2854325" y="148590"/>
                </a:lnTo>
                <a:lnTo>
                  <a:pt x="2859404" y="165735"/>
                </a:lnTo>
                <a:lnTo>
                  <a:pt x="2872866" y="192913"/>
                </a:lnTo>
                <a:lnTo>
                  <a:pt x="2886455" y="214376"/>
                </a:lnTo>
                <a:lnTo>
                  <a:pt x="2899917" y="232918"/>
                </a:lnTo>
                <a:lnTo>
                  <a:pt x="2945638" y="297307"/>
                </a:lnTo>
                <a:lnTo>
                  <a:pt x="2981071" y="337312"/>
                </a:lnTo>
                <a:lnTo>
                  <a:pt x="3057144" y="407289"/>
                </a:lnTo>
                <a:lnTo>
                  <a:pt x="3124708" y="455930"/>
                </a:lnTo>
                <a:lnTo>
                  <a:pt x="3195701" y="498856"/>
                </a:lnTo>
                <a:lnTo>
                  <a:pt x="3246374" y="521716"/>
                </a:lnTo>
                <a:lnTo>
                  <a:pt x="3270123" y="533146"/>
                </a:lnTo>
                <a:lnTo>
                  <a:pt x="3300476" y="544576"/>
                </a:lnTo>
                <a:lnTo>
                  <a:pt x="3418840" y="575945"/>
                </a:lnTo>
                <a:lnTo>
                  <a:pt x="3476244" y="588899"/>
                </a:lnTo>
                <a:lnTo>
                  <a:pt x="3476244" y="0"/>
                </a:lnTo>
                <a:close/>
              </a:path>
              <a:path w="3476625" h="1793875">
                <a:moveTo>
                  <a:pt x="2026285" y="177292"/>
                </a:moveTo>
                <a:lnTo>
                  <a:pt x="2024507" y="178689"/>
                </a:lnTo>
                <a:lnTo>
                  <a:pt x="2026447" y="178689"/>
                </a:lnTo>
                <a:lnTo>
                  <a:pt x="2026285" y="177292"/>
                </a:lnTo>
                <a:close/>
              </a:path>
            </a:pathLst>
          </a:custGeom>
          <a:solidFill>
            <a:srgbClr val="2853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16" name="object 6"/>
          <p:cNvGrpSpPr/>
          <p:nvPr/>
        </p:nvGrpSpPr>
        <p:grpSpPr>
          <a:xfrm>
            <a:off x="4745880" y="2944440"/>
            <a:ext cx="3534120" cy="1793520"/>
            <a:chOff x="4745880" y="2944440"/>
            <a:chExt cx="3534120" cy="1793520"/>
          </a:xfrm>
        </p:grpSpPr>
        <p:sp>
          <p:nvSpPr>
            <p:cNvPr id="317" name="object 7"/>
            <p:cNvSpPr/>
            <p:nvPr/>
          </p:nvSpPr>
          <p:spPr>
            <a:xfrm>
              <a:off x="4745880" y="2944440"/>
              <a:ext cx="3534120" cy="1793520"/>
            </a:xfrm>
            <a:custGeom>
              <a:avLst/>
              <a:gdLst>
                <a:gd name="textAreaLeft" fmla="*/ 0 w 3534120"/>
                <a:gd name="textAreaRight" fmla="*/ 3534480 w 3534120"/>
                <a:gd name="textAreaTop" fmla="*/ 0 h 1793520"/>
                <a:gd name="textAreaBottom" fmla="*/ 1793880 h 1793520"/>
              </a:gdLst>
              <a:ahLst/>
              <a:rect l="textAreaLeft" t="textAreaTop" r="textAreaRight" b="textAreaBottom"/>
              <a:pathLst>
                <a:path w="3534409" h="1793875">
                  <a:moveTo>
                    <a:pt x="3534163" y="0"/>
                  </a:moveTo>
                  <a:lnTo>
                    <a:pt x="1606049" y="0"/>
                  </a:lnTo>
                  <a:lnTo>
                    <a:pt x="1526547" y="37083"/>
                  </a:lnTo>
                  <a:lnTo>
                    <a:pt x="1445267" y="74294"/>
                  </a:lnTo>
                  <a:lnTo>
                    <a:pt x="1435107" y="80009"/>
                  </a:lnTo>
                  <a:lnTo>
                    <a:pt x="1414914" y="88645"/>
                  </a:lnTo>
                  <a:lnTo>
                    <a:pt x="1389514" y="100075"/>
                  </a:lnTo>
                  <a:lnTo>
                    <a:pt x="1359161" y="115696"/>
                  </a:lnTo>
                  <a:lnTo>
                    <a:pt x="1288168" y="147319"/>
                  </a:lnTo>
                  <a:lnTo>
                    <a:pt x="1254259" y="165734"/>
                  </a:lnTo>
                  <a:lnTo>
                    <a:pt x="1215397" y="183006"/>
                  </a:lnTo>
                  <a:lnTo>
                    <a:pt x="1152913" y="211455"/>
                  </a:lnTo>
                  <a:lnTo>
                    <a:pt x="1124211" y="225806"/>
                  </a:lnTo>
                  <a:lnTo>
                    <a:pt x="1104145" y="234442"/>
                  </a:lnTo>
                  <a:lnTo>
                    <a:pt x="1090302" y="241681"/>
                  </a:lnTo>
                  <a:lnTo>
                    <a:pt x="1083698" y="244475"/>
                  </a:lnTo>
                  <a:lnTo>
                    <a:pt x="1076967" y="241681"/>
                  </a:lnTo>
                  <a:lnTo>
                    <a:pt x="1061727" y="234442"/>
                  </a:lnTo>
                  <a:lnTo>
                    <a:pt x="1047249" y="226694"/>
                  </a:lnTo>
                  <a:lnTo>
                    <a:pt x="977272" y="191515"/>
                  </a:lnTo>
                  <a:lnTo>
                    <a:pt x="940188" y="172974"/>
                  </a:lnTo>
                  <a:lnTo>
                    <a:pt x="867417" y="135762"/>
                  </a:lnTo>
                  <a:lnTo>
                    <a:pt x="831857" y="118618"/>
                  </a:lnTo>
                  <a:lnTo>
                    <a:pt x="799599" y="101473"/>
                  </a:lnTo>
                  <a:lnTo>
                    <a:pt x="772802" y="88645"/>
                  </a:lnTo>
                  <a:lnTo>
                    <a:pt x="752355" y="77088"/>
                  </a:lnTo>
                  <a:lnTo>
                    <a:pt x="744862" y="73913"/>
                  </a:lnTo>
                  <a:lnTo>
                    <a:pt x="737877" y="70484"/>
                  </a:lnTo>
                  <a:lnTo>
                    <a:pt x="730384" y="67309"/>
                  </a:lnTo>
                  <a:lnTo>
                    <a:pt x="702825" y="53467"/>
                  </a:lnTo>
                  <a:lnTo>
                    <a:pt x="695840" y="49530"/>
                  </a:lnTo>
                  <a:lnTo>
                    <a:pt x="659391" y="31368"/>
                  </a:lnTo>
                  <a:lnTo>
                    <a:pt x="593732" y="0"/>
                  </a:lnTo>
                  <a:lnTo>
                    <a:pt x="2166" y="0"/>
                  </a:lnTo>
                  <a:lnTo>
                    <a:pt x="3944" y="599440"/>
                  </a:lnTo>
                  <a:lnTo>
                    <a:pt x="69603" y="590295"/>
                  </a:lnTo>
                  <a:lnTo>
                    <a:pt x="127134" y="577469"/>
                  </a:lnTo>
                  <a:lnTo>
                    <a:pt x="186443" y="558926"/>
                  </a:lnTo>
                  <a:lnTo>
                    <a:pt x="243720" y="534543"/>
                  </a:lnTo>
                  <a:lnTo>
                    <a:pt x="297695" y="507492"/>
                  </a:lnTo>
                  <a:lnTo>
                    <a:pt x="390659" y="453136"/>
                  </a:lnTo>
                  <a:lnTo>
                    <a:pt x="424568" y="428751"/>
                  </a:lnTo>
                  <a:lnTo>
                    <a:pt x="497339" y="361569"/>
                  </a:lnTo>
                  <a:lnTo>
                    <a:pt x="525054" y="332614"/>
                  </a:lnTo>
                  <a:lnTo>
                    <a:pt x="564776" y="292862"/>
                  </a:lnTo>
                  <a:lnTo>
                    <a:pt x="568332" y="288289"/>
                  </a:lnTo>
                  <a:lnTo>
                    <a:pt x="571507" y="283463"/>
                  </a:lnTo>
                  <a:lnTo>
                    <a:pt x="575063" y="278764"/>
                  </a:lnTo>
                  <a:lnTo>
                    <a:pt x="583445" y="260095"/>
                  </a:lnTo>
                  <a:lnTo>
                    <a:pt x="588144" y="252856"/>
                  </a:lnTo>
                  <a:lnTo>
                    <a:pt x="592335" y="245871"/>
                  </a:lnTo>
                  <a:lnTo>
                    <a:pt x="596907" y="238759"/>
                  </a:lnTo>
                  <a:lnTo>
                    <a:pt x="605416" y="220090"/>
                  </a:lnTo>
                  <a:lnTo>
                    <a:pt x="613925" y="204343"/>
                  </a:lnTo>
                  <a:lnTo>
                    <a:pt x="622688" y="191007"/>
                  </a:lnTo>
                  <a:lnTo>
                    <a:pt x="627260" y="184404"/>
                  </a:lnTo>
                  <a:lnTo>
                    <a:pt x="647834" y="135762"/>
                  </a:lnTo>
                  <a:lnTo>
                    <a:pt x="651009" y="107314"/>
                  </a:lnTo>
                  <a:lnTo>
                    <a:pt x="662947" y="107314"/>
                  </a:lnTo>
                  <a:lnTo>
                    <a:pt x="669678" y="110108"/>
                  </a:lnTo>
                  <a:lnTo>
                    <a:pt x="681362" y="117093"/>
                  </a:lnTo>
                  <a:lnTo>
                    <a:pt x="704984" y="125730"/>
                  </a:lnTo>
                  <a:lnTo>
                    <a:pt x="730384" y="140081"/>
                  </a:lnTo>
                  <a:lnTo>
                    <a:pt x="801377" y="172974"/>
                  </a:lnTo>
                  <a:lnTo>
                    <a:pt x="838461" y="191515"/>
                  </a:lnTo>
                  <a:lnTo>
                    <a:pt x="917963" y="228726"/>
                  </a:lnTo>
                  <a:lnTo>
                    <a:pt x="955428" y="247142"/>
                  </a:lnTo>
                  <a:lnTo>
                    <a:pt x="994290" y="264413"/>
                  </a:lnTo>
                  <a:lnTo>
                    <a:pt x="1024643" y="278764"/>
                  </a:lnTo>
                  <a:lnTo>
                    <a:pt x="1050043" y="292862"/>
                  </a:lnTo>
                  <a:lnTo>
                    <a:pt x="1083698" y="307213"/>
                  </a:lnTo>
                  <a:lnTo>
                    <a:pt x="1496194" y="105790"/>
                  </a:lnTo>
                  <a:lnTo>
                    <a:pt x="1496575" y="106425"/>
                  </a:lnTo>
                  <a:lnTo>
                    <a:pt x="1497210" y="106680"/>
                  </a:lnTo>
                  <a:lnTo>
                    <a:pt x="1497591" y="107314"/>
                  </a:lnTo>
                  <a:lnTo>
                    <a:pt x="1497210" y="114426"/>
                  </a:lnTo>
                  <a:lnTo>
                    <a:pt x="1496575" y="121412"/>
                  </a:lnTo>
                  <a:lnTo>
                    <a:pt x="1496194" y="128650"/>
                  </a:lnTo>
                  <a:lnTo>
                    <a:pt x="1495178" y="136651"/>
                  </a:lnTo>
                  <a:lnTo>
                    <a:pt x="1493654" y="144906"/>
                  </a:lnTo>
                  <a:lnTo>
                    <a:pt x="1492638" y="153034"/>
                  </a:lnTo>
                  <a:lnTo>
                    <a:pt x="1483875" y="188213"/>
                  </a:lnTo>
                  <a:lnTo>
                    <a:pt x="1481335" y="196214"/>
                  </a:lnTo>
                  <a:lnTo>
                    <a:pt x="1477144" y="211455"/>
                  </a:lnTo>
                  <a:lnTo>
                    <a:pt x="1474604" y="218694"/>
                  </a:lnTo>
                  <a:lnTo>
                    <a:pt x="1472572" y="225806"/>
                  </a:lnTo>
                  <a:lnTo>
                    <a:pt x="1458729" y="281558"/>
                  </a:lnTo>
                  <a:lnTo>
                    <a:pt x="1414914" y="403098"/>
                  </a:lnTo>
                  <a:lnTo>
                    <a:pt x="1381005" y="467487"/>
                  </a:lnTo>
                  <a:lnTo>
                    <a:pt x="1345699" y="528827"/>
                  </a:lnTo>
                  <a:lnTo>
                    <a:pt x="1308615" y="588898"/>
                  </a:lnTo>
                  <a:lnTo>
                    <a:pt x="1269753" y="644651"/>
                  </a:lnTo>
                  <a:lnTo>
                    <a:pt x="1225684" y="700278"/>
                  </a:lnTo>
                  <a:lnTo>
                    <a:pt x="1193426" y="741679"/>
                  </a:lnTo>
                  <a:lnTo>
                    <a:pt x="1161295" y="780415"/>
                  </a:lnTo>
                  <a:lnTo>
                    <a:pt x="1149738" y="791718"/>
                  </a:lnTo>
                  <a:lnTo>
                    <a:pt x="1132720" y="808990"/>
                  </a:lnTo>
                  <a:lnTo>
                    <a:pt x="1114051" y="823341"/>
                  </a:lnTo>
                  <a:lnTo>
                    <a:pt x="1097033" y="840359"/>
                  </a:lnTo>
                  <a:lnTo>
                    <a:pt x="1092461" y="844169"/>
                  </a:lnTo>
                  <a:lnTo>
                    <a:pt x="999243" y="919098"/>
                  </a:lnTo>
                  <a:lnTo>
                    <a:pt x="914788" y="981900"/>
                  </a:lnTo>
                  <a:lnTo>
                    <a:pt x="823348" y="1041984"/>
                  </a:lnTo>
                  <a:lnTo>
                    <a:pt x="723780" y="1096340"/>
                  </a:lnTo>
                  <a:lnTo>
                    <a:pt x="654438" y="1130604"/>
                  </a:lnTo>
                  <a:lnTo>
                    <a:pt x="583445" y="1159116"/>
                  </a:lnTo>
                  <a:lnTo>
                    <a:pt x="505848" y="1187818"/>
                  </a:lnTo>
                  <a:lnTo>
                    <a:pt x="478543" y="1194816"/>
                  </a:lnTo>
                  <a:lnTo>
                    <a:pt x="445015" y="1206296"/>
                  </a:lnTo>
                  <a:lnTo>
                    <a:pt x="404375" y="1217777"/>
                  </a:lnTo>
                  <a:lnTo>
                    <a:pt x="365513" y="1230693"/>
                  </a:lnTo>
                  <a:lnTo>
                    <a:pt x="325000" y="1240561"/>
                  </a:lnTo>
                  <a:lnTo>
                    <a:pt x="287916" y="1247736"/>
                  </a:lnTo>
                  <a:lnTo>
                    <a:pt x="258960" y="1249172"/>
                  </a:lnTo>
                  <a:lnTo>
                    <a:pt x="258960" y="1254899"/>
                  </a:lnTo>
                  <a:lnTo>
                    <a:pt x="240545" y="1256334"/>
                  </a:lnTo>
                  <a:lnTo>
                    <a:pt x="187967" y="1263510"/>
                  </a:lnTo>
                  <a:lnTo>
                    <a:pt x="142374" y="1273556"/>
                  </a:lnTo>
                  <a:lnTo>
                    <a:pt x="101734" y="1279118"/>
                  </a:lnTo>
                  <a:lnTo>
                    <a:pt x="57919" y="1283423"/>
                  </a:lnTo>
                  <a:lnTo>
                    <a:pt x="7" y="1288275"/>
                  </a:lnTo>
                  <a:lnTo>
                    <a:pt x="0" y="1389713"/>
                  </a:lnTo>
                  <a:lnTo>
                    <a:pt x="2112" y="1692309"/>
                  </a:lnTo>
                  <a:lnTo>
                    <a:pt x="2166" y="1793748"/>
                  </a:lnTo>
                  <a:lnTo>
                    <a:pt x="3534163" y="1793748"/>
                  </a:lnTo>
                  <a:lnTo>
                    <a:pt x="3534163" y="0"/>
                  </a:lnTo>
                  <a:close/>
                </a:path>
              </a:pathLst>
            </a:custGeom>
            <a:solidFill>
              <a:srgbClr val="3cc5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18" name="object 8" descr=""/>
            <p:cNvPicPr/>
            <p:nvPr/>
          </p:nvPicPr>
          <p:blipFill>
            <a:blip r:embed="rId1"/>
            <a:stretch/>
          </p:blipFill>
          <p:spPr>
            <a:xfrm>
              <a:off x="6617160" y="3133440"/>
              <a:ext cx="1174680" cy="11746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19" name="object 9"/>
          <p:cNvSpPr/>
          <p:nvPr/>
        </p:nvSpPr>
        <p:spPr>
          <a:xfrm>
            <a:off x="1323720" y="1237680"/>
            <a:ext cx="194292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012044"/>
                </a:solidFill>
                <a:latin typeface="Arial"/>
              </a:rPr>
              <a:t>Define</a:t>
            </a:r>
            <a:r>
              <a:rPr b="0" lang="en-US" sz="1800" spc="-41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12044"/>
                </a:solidFill>
                <a:latin typeface="Arial"/>
              </a:rPr>
              <a:t>your</a:t>
            </a:r>
            <a:r>
              <a:rPr b="0" lang="en-US" sz="1800" spc="-21" strike="noStrike">
                <a:solidFill>
                  <a:srgbClr val="012044"/>
                </a:solidFill>
                <a:latin typeface="Arial"/>
              </a:rPr>
              <a:t> app’s </a:t>
            </a:r>
            <a:r>
              <a:rPr b="0" lang="en-US" sz="1800" spc="-1" strike="noStrike">
                <a:solidFill>
                  <a:srgbClr val="012044"/>
                </a:solidFill>
                <a:latin typeface="Arial"/>
              </a:rPr>
              <a:t>environment</a:t>
            </a:r>
            <a:r>
              <a:rPr b="0" lang="en-US" sz="1800" spc="-32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12044"/>
                </a:solidFill>
                <a:latin typeface="Arial"/>
              </a:rPr>
              <a:t>with</a:t>
            </a:r>
            <a:r>
              <a:rPr b="0" lang="en-US" sz="1800" spc="-26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1800" spc="-52" strike="noStrike">
                <a:solidFill>
                  <a:srgbClr val="012044"/>
                </a:solidFill>
                <a:latin typeface="Arial"/>
              </a:rPr>
              <a:t>a </a:t>
            </a:r>
            <a:r>
              <a:rPr b="0" lang="en-US" sz="1800" spc="-12" strike="noStrike">
                <a:solidFill>
                  <a:srgbClr val="012044"/>
                </a:solidFill>
                <a:latin typeface="Arial"/>
              </a:rPr>
              <a:t>Dockerfile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object 10"/>
          <p:cNvSpPr/>
          <p:nvPr/>
        </p:nvSpPr>
        <p:spPr>
          <a:xfrm>
            <a:off x="6031440" y="1337400"/>
            <a:ext cx="214704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Define</a:t>
            </a:r>
            <a:r>
              <a:rPr b="0" lang="en-US" sz="1600" spc="-4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the</a:t>
            </a:r>
            <a:r>
              <a:rPr b="0" lang="en-US" sz="1600" spc="-3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services</a:t>
            </a:r>
            <a:r>
              <a:rPr b="0" lang="en-US" sz="1600" spc="-5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that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make</a:t>
            </a:r>
            <a:r>
              <a:rPr b="0" lang="en-US" sz="16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up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your</a:t>
            </a:r>
            <a:r>
              <a:rPr b="0" lang="en-US" sz="1600" spc="4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app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6" strike="noStrike">
                <a:solidFill>
                  <a:srgbClr val="ffffff"/>
                </a:solidFill>
                <a:latin typeface="Arial"/>
              </a:rPr>
              <a:t>in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600" spc="-5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Compose</a:t>
            </a:r>
            <a:r>
              <a:rPr b="0" lang="en-US" sz="16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file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object 11"/>
          <p:cNvSpPr/>
          <p:nvPr/>
        </p:nvSpPr>
        <p:spPr>
          <a:xfrm>
            <a:off x="1387080" y="3366000"/>
            <a:ext cx="197820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Run</a:t>
            </a:r>
            <a:r>
              <a:rPr b="0" lang="en-US" sz="16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the</a:t>
            </a:r>
            <a:r>
              <a:rPr b="0" lang="en-US" sz="1600" spc="-1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600" spc="-21" strike="noStrike">
                <a:solidFill>
                  <a:srgbClr val="ffffff"/>
                </a:solidFill>
                <a:latin typeface="Arial"/>
              </a:rPr>
              <a:t>CLI: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ffff00"/>
                </a:solidFill>
                <a:latin typeface="Arial"/>
              </a:rPr>
              <a:t>$</a:t>
            </a:r>
            <a:r>
              <a:rPr b="0" i="1" lang="en-US" sz="1600" spc="-35" strike="noStrike">
                <a:solidFill>
                  <a:srgbClr val="ffff00"/>
                </a:solidFill>
                <a:latin typeface="Arial"/>
              </a:rPr>
              <a:t> </a:t>
            </a:r>
            <a:r>
              <a:rPr b="0" i="1" lang="en-US" sz="1600" spc="-12" strike="noStrike">
                <a:solidFill>
                  <a:srgbClr val="ffff00"/>
                </a:solidFill>
                <a:latin typeface="Arial"/>
              </a:rPr>
              <a:t>docker-</a:t>
            </a:r>
            <a:r>
              <a:rPr b="0" i="1" lang="en-US" sz="1600" spc="-1" strike="noStrike">
                <a:solidFill>
                  <a:srgbClr val="ffff00"/>
                </a:solidFill>
                <a:latin typeface="Arial"/>
              </a:rPr>
              <a:t>compose</a:t>
            </a:r>
            <a:r>
              <a:rPr b="0" i="1" lang="en-US" sz="1600" spc="-12" strike="noStrike">
                <a:solidFill>
                  <a:srgbClr val="ffff00"/>
                </a:solidFill>
                <a:latin typeface="Arial"/>
              </a:rPr>
              <a:t> </a:t>
            </a:r>
            <a:r>
              <a:rPr b="0" i="1" lang="en-US" sz="1600" spc="-26" strike="noStrike">
                <a:solidFill>
                  <a:srgbClr val="ffff00"/>
                </a:solidFill>
                <a:latin typeface="Arial"/>
              </a:rPr>
              <a:t>up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158480" y="2678040"/>
            <a:ext cx="729504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B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u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n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g</a:t>
            </a:r>
            <a:r>
              <a:rPr b="0" lang="en-US" sz="3600" spc="-4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B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k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s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f</a:t>
            </a:r>
            <a:r>
              <a:rPr b="0" lang="en-US" sz="3600" spc="-15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k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r</a:t>
            </a:r>
            <a:r>
              <a:rPr b="0" lang="en-US" sz="3600" spc="-2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C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o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m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p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o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s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30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8136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Building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Blocks</a:t>
            </a:r>
            <a:r>
              <a:rPr b="0" lang="en-US" sz="2800" spc="-8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of</a:t>
            </a:r>
            <a:r>
              <a:rPr b="0" lang="en-US" sz="2800" spc="-75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chemeClr val="lt1"/>
                </a:solidFill>
                <a:latin typeface="Arial"/>
              </a:rPr>
              <a:t>Compose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25" name="object 3"/>
          <p:cNvGrpSpPr/>
          <p:nvPr/>
        </p:nvGrpSpPr>
        <p:grpSpPr>
          <a:xfrm>
            <a:off x="823680" y="2536560"/>
            <a:ext cx="822600" cy="614160"/>
            <a:chOff x="823680" y="2536560"/>
            <a:chExt cx="822600" cy="614160"/>
          </a:xfrm>
        </p:grpSpPr>
        <p:sp>
          <p:nvSpPr>
            <p:cNvPr id="326" name="object 4"/>
            <p:cNvSpPr/>
            <p:nvPr/>
          </p:nvSpPr>
          <p:spPr>
            <a:xfrm>
              <a:off x="823680" y="2536560"/>
              <a:ext cx="822600" cy="61416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4160"/>
                <a:gd name="textAreaBottom" fmla="*/ 614520 h 614160"/>
              </a:gdLst>
              <a:ahLst/>
              <a:rect l="textAreaLeft" t="textAreaTop" r="textAreaRight" b="textAreaBottom"/>
              <a:pathLst>
                <a:path w="822960" h="614680">
                  <a:moveTo>
                    <a:pt x="720597" y="0"/>
                  </a:moveTo>
                  <a:lnTo>
                    <a:pt x="102362" y="0"/>
                  </a:lnTo>
                  <a:lnTo>
                    <a:pt x="62520" y="8046"/>
                  </a:lnTo>
                  <a:lnTo>
                    <a:pt x="29983" y="29987"/>
                  </a:lnTo>
                  <a:lnTo>
                    <a:pt x="8044" y="62525"/>
                  </a:lnTo>
                  <a:lnTo>
                    <a:pt x="0" y="102362"/>
                  </a:lnTo>
                  <a:lnTo>
                    <a:pt x="0" y="511809"/>
                  </a:lnTo>
                  <a:lnTo>
                    <a:pt x="8044" y="551646"/>
                  </a:lnTo>
                  <a:lnTo>
                    <a:pt x="29983" y="584184"/>
                  </a:lnTo>
                  <a:lnTo>
                    <a:pt x="62520" y="606125"/>
                  </a:lnTo>
                  <a:lnTo>
                    <a:pt x="102362" y="614171"/>
                  </a:lnTo>
                  <a:lnTo>
                    <a:pt x="720597" y="614171"/>
                  </a:lnTo>
                  <a:lnTo>
                    <a:pt x="760434" y="606125"/>
                  </a:lnTo>
                  <a:lnTo>
                    <a:pt x="792972" y="584184"/>
                  </a:lnTo>
                  <a:lnTo>
                    <a:pt x="814913" y="551646"/>
                  </a:lnTo>
                  <a:lnTo>
                    <a:pt x="822960" y="511809"/>
                  </a:lnTo>
                  <a:lnTo>
                    <a:pt x="822960" y="102362"/>
                  </a:lnTo>
                  <a:lnTo>
                    <a:pt x="814913" y="62525"/>
                  </a:lnTo>
                  <a:lnTo>
                    <a:pt x="792972" y="29987"/>
                  </a:lnTo>
                  <a:lnTo>
                    <a:pt x="760434" y="8046"/>
                  </a:lnTo>
                  <a:lnTo>
                    <a:pt x="720597" y="0"/>
                  </a:lnTo>
                  <a:close/>
                </a:path>
              </a:pathLst>
            </a:custGeom>
            <a:solidFill>
              <a:srgbClr val="2395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7" name="object 5"/>
            <p:cNvSpPr/>
            <p:nvPr/>
          </p:nvSpPr>
          <p:spPr>
            <a:xfrm>
              <a:off x="823680" y="2536560"/>
              <a:ext cx="822600" cy="61416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4160"/>
                <a:gd name="textAreaBottom" fmla="*/ 614520 h 614160"/>
              </a:gdLst>
              <a:ahLst/>
              <a:rect l="textAreaLeft" t="textAreaTop" r="textAreaRight" b="textAreaBottom"/>
              <a:pathLst>
                <a:path w="822960" h="614680">
                  <a:moveTo>
                    <a:pt x="0" y="102362"/>
                  </a:moveTo>
                  <a:lnTo>
                    <a:pt x="8044" y="62525"/>
                  </a:lnTo>
                  <a:lnTo>
                    <a:pt x="29983" y="29987"/>
                  </a:lnTo>
                  <a:lnTo>
                    <a:pt x="62520" y="8046"/>
                  </a:lnTo>
                  <a:lnTo>
                    <a:pt x="102362" y="0"/>
                  </a:lnTo>
                  <a:lnTo>
                    <a:pt x="720597" y="0"/>
                  </a:lnTo>
                  <a:lnTo>
                    <a:pt x="760434" y="8046"/>
                  </a:lnTo>
                  <a:lnTo>
                    <a:pt x="792972" y="29987"/>
                  </a:lnTo>
                  <a:lnTo>
                    <a:pt x="814913" y="62525"/>
                  </a:lnTo>
                  <a:lnTo>
                    <a:pt x="822960" y="102362"/>
                  </a:lnTo>
                  <a:lnTo>
                    <a:pt x="822960" y="511809"/>
                  </a:lnTo>
                  <a:lnTo>
                    <a:pt x="814913" y="551646"/>
                  </a:lnTo>
                  <a:lnTo>
                    <a:pt x="792972" y="584184"/>
                  </a:lnTo>
                  <a:lnTo>
                    <a:pt x="760434" y="606125"/>
                  </a:lnTo>
                  <a:lnTo>
                    <a:pt x="720597" y="614171"/>
                  </a:lnTo>
                  <a:lnTo>
                    <a:pt x="102362" y="614171"/>
                  </a:lnTo>
                  <a:lnTo>
                    <a:pt x="62520" y="606125"/>
                  </a:lnTo>
                  <a:lnTo>
                    <a:pt x="29983" y="584184"/>
                  </a:lnTo>
                  <a:lnTo>
                    <a:pt x="8044" y="551646"/>
                  </a:lnTo>
                  <a:lnTo>
                    <a:pt x="0" y="511809"/>
                  </a:lnTo>
                  <a:lnTo>
                    <a:pt x="0" y="102362"/>
                  </a:lnTo>
                  <a:close/>
                </a:path>
              </a:pathLst>
            </a:custGeom>
            <a:noFill/>
            <a:ln w="25908">
              <a:solidFill>
                <a:srgbClr val="176ca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8" name="object 6"/>
          <p:cNvSpPr/>
          <p:nvPr/>
        </p:nvSpPr>
        <p:spPr>
          <a:xfrm>
            <a:off x="1103040" y="2608560"/>
            <a:ext cx="26172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2800" spc="-52" strike="noStrike">
                <a:solidFill>
                  <a:srgbClr val="ffffff"/>
                </a:solidFill>
                <a:latin typeface="Arial"/>
              </a:rPr>
              <a:t>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9" name="object 7"/>
          <p:cNvGrpSpPr/>
          <p:nvPr/>
        </p:nvGrpSpPr>
        <p:grpSpPr>
          <a:xfrm>
            <a:off x="1267200" y="1856880"/>
            <a:ext cx="822600" cy="615600"/>
            <a:chOff x="1267200" y="1856880"/>
            <a:chExt cx="822600" cy="615600"/>
          </a:xfrm>
        </p:grpSpPr>
        <p:sp>
          <p:nvSpPr>
            <p:cNvPr id="330" name="object 8"/>
            <p:cNvSpPr/>
            <p:nvPr/>
          </p:nvSpPr>
          <p:spPr>
            <a:xfrm>
              <a:off x="1267200" y="1856880"/>
              <a:ext cx="822600" cy="61560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822960" h="615950">
                  <a:moveTo>
                    <a:pt x="720344" y="0"/>
                  </a:moveTo>
                  <a:lnTo>
                    <a:pt x="102615" y="0"/>
                  </a:lnTo>
                  <a:lnTo>
                    <a:pt x="62686" y="8068"/>
                  </a:lnTo>
                  <a:lnTo>
                    <a:pt x="30067" y="30067"/>
                  </a:lnTo>
                  <a:lnTo>
                    <a:pt x="8068" y="62686"/>
                  </a:lnTo>
                  <a:lnTo>
                    <a:pt x="0" y="102615"/>
                  </a:lnTo>
                  <a:lnTo>
                    <a:pt x="0" y="513079"/>
                  </a:lnTo>
                  <a:lnTo>
                    <a:pt x="8068" y="553009"/>
                  </a:lnTo>
                  <a:lnTo>
                    <a:pt x="30067" y="585628"/>
                  </a:lnTo>
                  <a:lnTo>
                    <a:pt x="62686" y="607627"/>
                  </a:lnTo>
                  <a:lnTo>
                    <a:pt x="102615" y="615695"/>
                  </a:lnTo>
                  <a:lnTo>
                    <a:pt x="720344" y="615695"/>
                  </a:lnTo>
                  <a:lnTo>
                    <a:pt x="760273" y="607627"/>
                  </a:lnTo>
                  <a:lnTo>
                    <a:pt x="792892" y="585628"/>
                  </a:lnTo>
                  <a:lnTo>
                    <a:pt x="814891" y="553009"/>
                  </a:lnTo>
                  <a:lnTo>
                    <a:pt x="822960" y="513079"/>
                  </a:lnTo>
                  <a:lnTo>
                    <a:pt x="822960" y="102615"/>
                  </a:lnTo>
                  <a:lnTo>
                    <a:pt x="814891" y="62686"/>
                  </a:lnTo>
                  <a:lnTo>
                    <a:pt x="792892" y="30067"/>
                  </a:lnTo>
                  <a:lnTo>
                    <a:pt x="760273" y="8068"/>
                  </a:lnTo>
                  <a:lnTo>
                    <a:pt x="720344" y="0"/>
                  </a:lnTo>
                  <a:close/>
                </a:path>
              </a:pathLst>
            </a:custGeom>
            <a:solidFill>
              <a:srgbClr val="2395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object 9"/>
            <p:cNvSpPr/>
            <p:nvPr/>
          </p:nvSpPr>
          <p:spPr>
            <a:xfrm>
              <a:off x="1267200" y="1856880"/>
              <a:ext cx="822600" cy="61560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822960" h="615950">
                  <a:moveTo>
                    <a:pt x="0" y="102615"/>
                  </a:moveTo>
                  <a:lnTo>
                    <a:pt x="8068" y="62686"/>
                  </a:lnTo>
                  <a:lnTo>
                    <a:pt x="30067" y="30067"/>
                  </a:lnTo>
                  <a:lnTo>
                    <a:pt x="62686" y="8068"/>
                  </a:lnTo>
                  <a:lnTo>
                    <a:pt x="102615" y="0"/>
                  </a:lnTo>
                  <a:lnTo>
                    <a:pt x="720344" y="0"/>
                  </a:lnTo>
                  <a:lnTo>
                    <a:pt x="760273" y="8068"/>
                  </a:lnTo>
                  <a:lnTo>
                    <a:pt x="792892" y="30067"/>
                  </a:lnTo>
                  <a:lnTo>
                    <a:pt x="814891" y="62686"/>
                  </a:lnTo>
                  <a:lnTo>
                    <a:pt x="822960" y="102615"/>
                  </a:lnTo>
                  <a:lnTo>
                    <a:pt x="822960" y="513079"/>
                  </a:lnTo>
                  <a:lnTo>
                    <a:pt x="814891" y="553009"/>
                  </a:lnTo>
                  <a:lnTo>
                    <a:pt x="792892" y="585628"/>
                  </a:lnTo>
                  <a:lnTo>
                    <a:pt x="760273" y="607627"/>
                  </a:lnTo>
                  <a:lnTo>
                    <a:pt x="720344" y="615695"/>
                  </a:lnTo>
                  <a:lnTo>
                    <a:pt x="102615" y="615695"/>
                  </a:lnTo>
                  <a:lnTo>
                    <a:pt x="62686" y="607627"/>
                  </a:lnTo>
                  <a:lnTo>
                    <a:pt x="30067" y="585628"/>
                  </a:lnTo>
                  <a:lnTo>
                    <a:pt x="8068" y="553009"/>
                  </a:lnTo>
                  <a:lnTo>
                    <a:pt x="0" y="513079"/>
                  </a:lnTo>
                  <a:lnTo>
                    <a:pt x="0" y="102615"/>
                  </a:lnTo>
                  <a:close/>
                </a:path>
              </a:pathLst>
            </a:custGeom>
            <a:noFill/>
            <a:ln w="25908">
              <a:solidFill>
                <a:srgbClr val="176ca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2" name="object 10"/>
          <p:cNvSpPr/>
          <p:nvPr/>
        </p:nvSpPr>
        <p:spPr>
          <a:xfrm>
            <a:off x="1546200" y="1929240"/>
            <a:ext cx="2624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2800" spc="-52" strike="noStrike">
                <a:solidFill>
                  <a:srgbClr val="ffffff"/>
                </a:solidFill>
                <a:latin typeface="Arial"/>
              </a:rPr>
              <a:t>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3" name="object 11"/>
          <p:cNvGrpSpPr/>
          <p:nvPr/>
        </p:nvGrpSpPr>
        <p:grpSpPr>
          <a:xfrm>
            <a:off x="1774800" y="2554920"/>
            <a:ext cx="822600" cy="615600"/>
            <a:chOff x="1774800" y="2554920"/>
            <a:chExt cx="822600" cy="615600"/>
          </a:xfrm>
        </p:grpSpPr>
        <p:sp>
          <p:nvSpPr>
            <p:cNvPr id="334" name="object 12"/>
            <p:cNvSpPr/>
            <p:nvPr/>
          </p:nvSpPr>
          <p:spPr>
            <a:xfrm>
              <a:off x="1774800" y="2554920"/>
              <a:ext cx="822600" cy="61560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822960" h="615950">
                  <a:moveTo>
                    <a:pt x="720344" y="0"/>
                  </a:moveTo>
                  <a:lnTo>
                    <a:pt x="102615" y="0"/>
                  </a:lnTo>
                  <a:lnTo>
                    <a:pt x="62686" y="8068"/>
                  </a:lnTo>
                  <a:lnTo>
                    <a:pt x="30067" y="30067"/>
                  </a:lnTo>
                  <a:lnTo>
                    <a:pt x="8068" y="62686"/>
                  </a:lnTo>
                  <a:lnTo>
                    <a:pt x="0" y="102615"/>
                  </a:lnTo>
                  <a:lnTo>
                    <a:pt x="0" y="513080"/>
                  </a:lnTo>
                  <a:lnTo>
                    <a:pt x="8068" y="553009"/>
                  </a:lnTo>
                  <a:lnTo>
                    <a:pt x="30067" y="585628"/>
                  </a:lnTo>
                  <a:lnTo>
                    <a:pt x="62686" y="607627"/>
                  </a:lnTo>
                  <a:lnTo>
                    <a:pt x="102615" y="615695"/>
                  </a:lnTo>
                  <a:lnTo>
                    <a:pt x="720344" y="615695"/>
                  </a:lnTo>
                  <a:lnTo>
                    <a:pt x="760273" y="607627"/>
                  </a:lnTo>
                  <a:lnTo>
                    <a:pt x="792892" y="585628"/>
                  </a:lnTo>
                  <a:lnTo>
                    <a:pt x="814891" y="553009"/>
                  </a:lnTo>
                  <a:lnTo>
                    <a:pt x="822959" y="513080"/>
                  </a:lnTo>
                  <a:lnTo>
                    <a:pt x="822959" y="102615"/>
                  </a:lnTo>
                  <a:lnTo>
                    <a:pt x="814891" y="62686"/>
                  </a:lnTo>
                  <a:lnTo>
                    <a:pt x="792892" y="30067"/>
                  </a:lnTo>
                  <a:lnTo>
                    <a:pt x="760273" y="8068"/>
                  </a:lnTo>
                  <a:lnTo>
                    <a:pt x="720344" y="0"/>
                  </a:lnTo>
                  <a:close/>
                </a:path>
              </a:pathLst>
            </a:custGeom>
            <a:solidFill>
              <a:srgbClr val="2395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5" name="object 13"/>
            <p:cNvSpPr/>
            <p:nvPr/>
          </p:nvSpPr>
          <p:spPr>
            <a:xfrm>
              <a:off x="1774800" y="2554920"/>
              <a:ext cx="822600" cy="61560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822960" h="615950">
                  <a:moveTo>
                    <a:pt x="0" y="102615"/>
                  </a:moveTo>
                  <a:lnTo>
                    <a:pt x="8068" y="62686"/>
                  </a:lnTo>
                  <a:lnTo>
                    <a:pt x="30067" y="30067"/>
                  </a:lnTo>
                  <a:lnTo>
                    <a:pt x="62686" y="8068"/>
                  </a:lnTo>
                  <a:lnTo>
                    <a:pt x="102615" y="0"/>
                  </a:lnTo>
                  <a:lnTo>
                    <a:pt x="720344" y="0"/>
                  </a:lnTo>
                  <a:lnTo>
                    <a:pt x="760273" y="8068"/>
                  </a:lnTo>
                  <a:lnTo>
                    <a:pt x="792892" y="30067"/>
                  </a:lnTo>
                  <a:lnTo>
                    <a:pt x="814891" y="62686"/>
                  </a:lnTo>
                  <a:lnTo>
                    <a:pt x="822959" y="102615"/>
                  </a:lnTo>
                  <a:lnTo>
                    <a:pt x="822959" y="513080"/>
                  </a:lnTo>
                  <a:lnTo>
                    <a:pt x="814891" y="553009"/>
                  </a:lnTo>
                  <a:lnTo>
                    <a:pt x="792892" y="585628"/>
                  </a:lnTo>
                  <a:lnTo>
                    <a:pt x="760273" y="607627"/>
                  </a:lnTo>
                  <a:lnTo>
                    <a:pt x="720344" y="615695"/>
                  </a:lnTo>
                  <a:lnTo>
                    <a:pt x="102615" y="615695"/>
                  </a:lnTo>
                  <a:lnTo>
                    <a:pt x="62686" y="607627"/>
                  </a:lnTo>
                  <a:lnTo>
                    <a:pt x="30067" y="585628"/>
                  </a:lnTo>
                  <a:lnTo>
                    <a:pt x="8068" y="553009"/>
                  </a:lnTo>
                  <a:lnTo>
                    <a:pt x="0" y="513080"/>
                  </a:lnTo>
                  <a:lnTo>
                    <a:pt x="0" y="102615"/>
                  </a:lnTo>
                  <a:close/>
                </a:path>
              </a:pathLst>
            </a:custGeom>
            <a:noFill/>
            <a:ln w="25908">
              <a:solidFill>
                <a:srgbClr val="176ca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6" name="object 14"/>
          <p:cNvSpPr/>
          <p:nvPr/>
        </p:nvSpPr>
        <p:spPr>
          <a:xfrm>
            <a:off x="2044440" y="2628000"/>
            <a:ext cx="28152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2800" spc="-52" strike="noStrike">
                <a:solidFill>
                  <a:srgbClr val="ffffff"/>
                </a:solidFill>
                <a:latin typeface="Arial"/>
              </a:rPr>
              <a:t>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7" name="object 15"/>
          <p:cNvGrpSpPr/>
          <p:nvPr/>
        </p:nvGrpSpPr>
        <p:grpSpPr>
          <a:xfrm>
            <a:off x="3940200" y="2053440"/>
            <a:ext cx="1205640" cy="1080360"/>
            <a:chOff x="3940200" y="2053440"/>
            <a:chExt cx="1205640" cy="1080360"/>
          </a:xfrm>
        </p:grpSpPr>
        <p:sp>
          <p:nvSpPr>
            <p:cNvPr id="338" name="object 16"/>
            <p:cNvSpPr/>
            <p:nvPr/>
          </p:nvSpPr>
          <p:spPr>
            <a:xfrm>
              <a:off x="3940200" y="2188440"/>
              <a:ext cx="1205640" cy="945000"/>
            </a:xfrm>
            <a:custGeom>
              <a:avLst/>
              <a:gdLst>
                <a:gd name="textAreaLeft" fmla="*/ 0 w 1205640"/>
                <a:gd name="textAreaRight" fmla="*/ 1206000 w 1205640"/>
                <a:gd name="textAreaTop" fmla="*/ 0 h 945000"/>
                <a:gd name="textAreaBottom" fmla="*/ 945360 h 945000"/>
              </a:gdLst>
              <a:ahLst/>
              <a:rect l="textAreaLeft" t="textAreaTop" r="textAreaRight" b="textAreaBottom"/>
              <a:pathLst>
                <a:path w="1205864" h="945514">
                  <a:moveTo>
                    <a:pt x="1205484" y="0"/>
                  </a:moveTo>
                  <a:lnTo>
                    <a:pt x="1164910" y="48858"/>
                  </a:lnTo>
                  <a:lnTo>
                    <a:pt x="1097487" y="77222"/>
                  </a:lnTo>
                  <a:lnTo>
                    <a:pt x="1053359" y="89762"/>
                  </a:lnTo>
                  <a:lnTo>
                    <a:pt x="1003039" y="101040"/>
                  </a:lnTo>
                  <a:lnTo>
                    <a:pt x="947093" y="110930"/>
                  </a:lnTo>
                  <a:lnTo>
                    <a:pt x="886085" y="119304"/>
                  </a:lnTo>
                  <a:lnTo>
                    <a:pt x="820582" y="126038"/>
                  </a:lnTo>
                  <a:lnTo>
                    <a:pt x="751146" y="131003"/>
                  </a:lnTo>
                  <a:lnTo>
                    <a:pt x="678345" y="134075"/>
                  </a:lnTo>
                  <a:lnTo>
                    <a:pt x="602742" y="135127"/>
                  </a:lnTo>
                  <a:lnTo>
                    <a:pt x="527138" y="134075"/>
                  </a:lnTo>
                  <a:lnTo>
                    <a:pt x="454337" y="131003"/>
                  </a:lnTo>
                  <a:lnTo>
                    <a:pt x="384901" y="126038"/>
                  </a:lnTo>
                  <a:lnTo>
                    <a:pt x="319398" y="119304"/>
                  </a:lnTo>
                  <a:lnTo>
                    <a:pt x="258390" y="110930"/>
                  </a:lnTo>
                  <a:lnTo>
                    <a:pt x="202444" y="101040"/>
                  </a:lnTo>
                  <a:lnTo>
                    <a:pt x="152124" y="89762"/>
                  </a:lnTo>
                  <a:lnTo>
                    <a:pt x="107996" y="77222"/>
                  </a:lnTo>
                  <a:lnTo>
                    <a:pt x="70624" y="63545"/>
                  </a:lnTo>
                  <a:lnTo>
                    <a:pt x="18409" y="33287"/>
                  </a:lnTo>
                  <a:lnTo>
                    <a:pt x="0" y="0"/>
                  </a:lnTo>
                  <a:lnTo>
                    <a:pt x="0" y="810386"/>
                  </a:lnTo>
                  <a:lnTo>
                    <a:pt x="40573" y="859245"/>
                  </a:lnTo>
                  <a:lnTo>
                    <a:pt x="107996" y="887609"/>
                  </a:lnTo>
                  <a:lnTo>
                    <a:pt x="152124" y="900149"/>
                  </a:lnTo>
                  <a:lnTo>
                    <a:pt x="202444" y="911427"/>
                  </a:lnTo>
                  <a:lnTo>
                    <a:pt x="258390" y="921317"/>
                  </a:lnTo>
                  <a:lnTo>
                    <a:pt x="319398" y="929691"/>
                  </a:lnTo>
                  <a:lnTo>
                    <a:pt x="384901" y="936425"/>
                  </a:lnTo>
                  <a:lnTo>
                    <a:pt x="454337" y="941390"/>
                  </a:lnTo>
                  <a:lnTo>
                    <a:pt x="527138" y="944462"/>
                  </a:lnTo>
                  <a:lnTo>
                    <a:pt x="602742" y="945514"/>
                  </a:lnTo>
                  <a:lnTo>
                    <a:pt x="678345" y="944462"/>
                  </a:lnTo>
                  <a:lnTo>
                    <a:pt x="751146" y="941390"/>
                  </a:lnTo>
                  <a:lnTo>
                    <a:pt x="820582" y="936425"/>
                  </a:lnTo>
                  <a:lnTo>
                    <a:pt x="886085" y="929691"/>
                  </a:lnTo>
                  <a:lnTo>
                    <a:pt x="947093" y="921317"/>
                  </a:lnTo>
                  <a:lnTo>
                    <a:pt x="1003039" y="911427"/>
                  </a:lnTo>
                  <a:lnTo>
                    <a:pt x="1053359" y="900149"/>
                  </a:lnTo>
                  <a:lnTo>
                    <a:pt x="1097487" y="887609"/>
                  </a:lnTo>
                  <a:lnTo>
                    <a:pt x="1134859" y="873932"/>
                  </a:lnTo>
                  <a:lnTo>
                    <a:pt x="1187074" y="843674"/>
                  </a:lnTo>
                  <a:lnTo>
                    <a:pt x="1205484" y="810386"/>
                  </a:lnTo>
                  <a:lnTo>
                    <a:pt x="1205484" y="0"/>
                  </a:lnTo>
                  <a:close/>
                </a:path>
              </a:pathLst>
            </a:custGeom>
            <a:solidFill>
              <a:srgbClr val="2395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object 17"/>
            <p:cNvSpPr/>
            <p:nvPr/>
          </p:nvSpPr>
          <p:spPr>
            <a:xfrm>
              <a:off x="3940200" y="2053440"/>
              <a:ext cx="1205640" cy="270000"/>
            </a:xfrm>
            <a:custGeom>
              <a:avLst/>
              <a:gdLst>
                <a:gd name="textAreaLeft" fmla="*/ 0 w 1205640"/>
                <a:gd name="textAreaRight" fmla="*/ 1206000 w 1205640"/>
                <a:gd name="textAreaTop" fmla="*/ 0 h 270000"/>
                <a:gd name="textAreaBottom" fmla="*/ 270360 h 270000"/>
              </a:gdLst>
              <a:ahLst/>
              <a:rect l="textAreaLeft" t="textAreaTop" r="textAreaRight" b="textAreaBottom"/>
              <a:pathLst>
                <a:path w="1205864" h="270510">
                  <a:moveTo>
                    <a:pt x="602742" y="0"/>
                  </a:moveTo>
                  <a:lnTo>
                    <a:pt x="527138" y="1052"/>
                  </a:lnTo>
                  <a:lnTo>
                    <a:pt x="454337" y="4123"/>
                  </a:lnTo>
                  <a:lnTo>
                    <a:pt x="384901" y="9088"/>
                  </a:lnTo>
                  <a:lnTo>
                    <a:pt x="319398" y="15819"/>
                  </a:lnTo>
                  <a:lnTo>
                    <a:pt x="258390" y="24190"/>
                  </a:lnTo>
                  <a:lnTo>
                    <a:pt x="202444" y="34074"/>
                  </a:lnTo>
                  <a:lnTo>
                    <a:pt x="152124" y="45345"/>
                  </a:lnTo>
                  <a:lnTo>
                    <a:pt x="107996" y="57876"/>
                  </a:lnTo>
                  <a:lnTo>
                    <a:pt x="70624" y="71540"/>
                  </a:lnTo>
                  <a:lnTo>
                    <a:pt x="18409" y="101763"/>
                  </a:lnTo>
                  <a:lnTo>
                    <a:pt x="0" y="135001"/>
                  </a:lnTo>
                  <a:lnTo>
                    <a:pt x="4696" y="151960"/>
                  </a:lnTo>
                  <a:lnTo>
                    <a:pt x="40573" y="183859"/>
                  </a:lnTo>
                  <a:lnTo>
                    <a:pt x="107996" y="212223"/>
                  </a:lnTo>
                  <a:lnTo>
                    <a:pt x="152124" y="224763"/>
                  </a:lnTo>
                  <a:lnTo>
                    <a:pt x="202444" y="236041"/>
                  </a:lnTo>
                  <a:lnTo>
                    <a:pt x="258390" y="245931"/>
                  </a:lnTo>
                  <a:lnTo>
                    <a:pt x="319398" y="254305"/>
                  </a:lnTo>
                  <a:lnTo>
                    <a:pt x="384901" y="261039"/>
                  </a:lnTo>
                  <a:lnTo>
                    <a:pt x="454337" y="266004"/>
                  </a:lnTo>
                  <a:lnTo>
                    <a:pt x="527138" y="269076"/>
                  </a:lnTo>
                  <a:lnTo>
                    <a:pt x="602742" y="270129"/>
                  </a:lnTo>
                  <a:lnTo>
                    <a:pt x="678345" y="269076"/>
                  </a:lnTo>
                  <a:lnTo>
                    <a:pt x="751146" y="266004"/>
                  </a:lnTo>
                  <a:lnTo>
                    <a:pt x="820582" y="261039"/>
                  </a:lnTo>
                  <a:lnTo>
                    <a:pt x="886085" y="254305"/>
                  </a:lnTo>
                  <a:lnTo>
                    <a:pt x="947093" y="245931"/>
                  </a:lnTo>
                  <a:lnTo>
                    <a:pt x="1003039" y="236041"/>
                  </a:lnTo>
                  <a:lnTo>
                    <a:pt x="1053359" y="224763"/>
                  </a:lnTo>
                  <a:lnTo>
                    <a:pt x="1097487" y="212223"/>
                  </a:lnTo>
                  <a:lnTo>
                    <a:pt x="1134859" y="198546"/>
                  </a:lnTo>
                  <a:lnTo>
                    <a:pt x="1187074" y="168288"/>
                  </a:lnTo>
                  <a:lnTo>
                    <a:pt x="1205484" y="135001"/>
                  </a:lnTo>
                  <a:lnTo>
                    <a:pt x="1200787" y="118068"/>
                  </a:lnTo>
                  <a:lnTo>
                    <a:pt x="1164910" y="86212"/>
                  </a:lnTo>
                  <a:lnTo>
                    <a:pt x="1097487" y="57876"/>
                  </a:lnTo>
                  <a:lnTo>
                    <a:pt x="1053359" y="45345"/>
                  </a:lnTo>
                  <a:lnTo>
                    <a:pt x="1003039" y="34074"/>
                  </a:lnTo>
                  <a:lnTo>
                    <a:pt x="947093" y="24190"/>
                  </a:lnTo>
                  <a:lnTo>
                    <a:pt x="886085" y="15819"/>
                  </a:lnTo>
                  <a:lnTo>
                    <a:pt x="820582" y="9088"/>
                  </a:lnTo>
                  <a:lnTo>
                    <a:pt x="751146" y="4123"/>
                  </a:lnTo>
                  <a:lnTo>
                    <a:pt x="678345" y="1052"/>
                  </a:lnTo>
                  <a:lnTo>
                    <a:pt x="602742" y="0"/>
                  </a:lnTo>
                  <a:close/>
                </a:path>
              </a:pathLst>
            </a:custGeom>
            <a:solidFill>
              <a:srgbClr val="7bc0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object 18"/>
            <p:cNvSpPr/>
            <p:nvPr/>
          </p:nvSpPr>
          <p:spPr>
            <a:xfrm>
              <a:off x="3940200" y="2053440"/>
              <a:ext cx="1205640" cy="1080360"/>
            </a:xfrm>
            <a:custGeom>
              <a:avLst/>
              <a:gdLst>
                <a:gd name="textAreaLeft" fmla="*/ 0 w 1205640"/>
                <a:gd name="textAreaRight" fmla="*/ 1206000 w 1205640"/>
                <a:gd name="textAreaTop" fmla="*/ 0 h 1080360"/>
                <a:gd name="textAreaBottom" fmla="*/ 1080720 h 1080360"/>
              </a:gdLst>
              <a:ahLst/>
              <a:rect l="textAreaLeft" t="textAreaTop" r="textAreaRight" b="textAreaBottom"/>
              <a:pathLst>
                <a:path w="1205864" h="1080770">
                  <a:moveTo>
                    <a:pt x="1205484" y="135001"/>
                  </a:moveTo>
                  <a:lnTo>
                    <a:pt x="1164910" y="183859"/>
                  </a:lnTo>
                  <a:lnTo>
                    <a:pt x="1097487" y="212223"/>
                  </a:lnTo>
                  <a:lnTo>
                    <a:pt x="1053359" y="224763"/>
                  </a:lnTo>
                  <a:lnTo>
                    <a:pt x="1003039" y="236041"/>
                  </a:lnTo>
                  <a:lnTo>
                    <a:pt x="947093" y="245931"/>
                  </a:lnTo>
                  <a:lnTo>
                    <a:pt x="886085" y="254305"/>
                  </a:lnTo>
                  <a:lnTo>
                    <a:pt x="820582" y="261039"/>
                  </a:lnTo>
                  <a:lnTo>
                    <a:pt x="751146" y="266004"/>
                  </a:lnTo>
                  <a:lnTo>
                    <a:pt x="678345" y="269076"/>
                  </a:lnTo>
                  <a:lnTo>
                    <a:pt x="602742" y="270129"/>
                  </a:lnTo>
                  <a:lnTo>
                    <a:pt x="527138" y="269076"/>
                  </a:lnTo>
                  <a:lnTo>
                    <a:pt x="454337" y="266004"/>
                  </a:lnTo>
                  <a:lnTo>
                    <a:pt x="384901" y="261039"/>
                  </a:lnTo>
                  <a:lnTo>
                    <a:pt x="319398" y="254305"/>
                  </a:lnTo>
                  <a:lnTo>
                    <a:pt x="258390" y="245931"/>
                  </a:lnTo>
                  <a:lnTo>
                    <a:pt x="202444" y="236041"/>
                  </a:lnTo>
                  <a:lnTo>
                    <a:pt x="152124" y="224763"/>
                  </a:lnTo>
                  <a:lnTo>
                    <a:pt x="107996" y="212223"/>
                  </a:lnTo>
                  <a:lnTo>
                    <a:pt x="70624" y="198546"/>
                  </a:lnTo>
                  <a:lnTo>
                    <a:pt x="18409" y="168288"/>
                  </a:lnTo>
                  <a:lnTo>
                    <a:pt x="0" y="135001"/>
                  </a:lnTo>
                  <a:lnTo>
                    <a:pt x="4696" y="118068"/>
                  </a:lnTo>
                  <a:lnTo>
                    <a:pt x="40573" y="86212"/>
                  </a:lnTo>
                  <a:lnTo>
                    <a:pt x="107996" y="57876"/>
                  </a:lnTo>
                  <a:lnTo>
                    <a:pt x="152124" y="45345"/>
                  </a:lnTo>
                  <a:lnTo>
                    <a:pt x="202444" y="34074"/>
                  </a:lnTo>
                  <a:lnTo>
                    <a:pt x="258390" y="24190"/>
                  </a:lnTo>
                  <a:lnTo>
                    <a:pt x="319398" y="15819"/>
                  </a:lnTo>
                  <a:lnTo>
                    <a:pt x="384901" y="9088"/>
                  </a:lnTo>
                  <a:lnTo>
                    <a:pt x="454337" y="4123"/>
                  </a:lnTo>
                  <a:lnTo>
                    <a:pt x="527138" y="1052"/>
                  </a:lnTo>
                  <a:lnTo>
                    <a:pt x="602742" y="0"/>
                  </a:lnTo>
                  <a:lnTo>
                    <a:pt x="678345" y="1052"/>
                  </a:lnTo>
                  <a:lnTo>
                    <a:pt x="751146" y="4123"/>
                  </a:lnTo>
                  <a:lnTo>
                    <a:pt x="820582" y="9088"/>
                  </a:lnTo>
                  <a:lnTo>
                    <a:pt x="886085" y="15819"/>
                  </a:lnTo>
                  <a:lnTo>
                    <a:pt x="947093" y="24190"/>
                  </a:lnTo>
                  <a:lnTo>
                    <a:pt x="1003039" y="34074"/>
                  </a:lnTo>
                  <a:lnTo>
                    <a:pt x="1053359" y="45345"/>
                  </a:lnTo>
                  <a:lnTo>
                    <a:pt x="1097487" y="57876"/>
                  </a:lnTo>
                  <a:lnTo>
                    <a:pt x="1134859" y="71540"/>
                  </a:lnTo>
                  <a:lnTo>
                    <a:pt x="1187074" y="101763"/>
                  </a:lnTo>
                  <a:lnTo>
                    <a:pt x="1205484" y="135001"/>
                  </a:lnTo>
                  <a:close/>
                </a:path>
                <a:path w="1205864" h="1080770">
                  <a:moveTo>
                    <a:pt x="1205484" y="135001"/>
                  </a:moveTo>
                  <a:lnTo>
                    <a:pt x="1205484" y="945388"/>
                  </a:lnTo>
                  <a:lnTo>
                    <a:pt x="1200787" y="962347"/>
                  </a:lnTo>
                  <a:lnTo>
                    <a:pt x="1164910" y="994246"/>
                  </a:lnTo>
                  <a:lnTo>
                    <a:pt x="1097487" y="1022610"/>
                  </a:lnTo>
                  <a:lnTo>
                    <a:pt x="1053359" y="1035150"/>
                  </a:lnTo>
                  <a:lnTo>
                    <a:pt x="1003039" y="1046428"/>
                  </a:lnTo>
                  <a:lnTo>
                    <a:pt x="947093" y="1056318"/>
                  </a:lnTo>
                  <a:lnTo>
                    <a:pt x="886085" y="1064692"/>
                  </a:lnTo>
                  <a:lnTo>
                    <a:pt x="820582" y="1071426"/>
                  </a:lnTo>
                  <a:lnTo>
                    <a:pt x="751146" y="1076391"/>
                  </a:lnTo>
                  <a:lnTo>
                    <a:pt x="678345" y="1079463"/>
                  </a:lnTo>
                  <a:lnTo>
                    <a:pt x="602742" y="1080516"/>
                  </a:lnTo>
                  <a:lnTo>
                    <a:pt x="527138" y="1079463"/>
                  </a:lnTo>
                  <a:lnTo>
                    <a:pt x="454337" y="1076391"/>
                  </a:lnTo>
                  <a:lnTo>
                    <a:pt x="384901" y="1071426"/>
                  </a:lnTo>
                  <a:lnTo>
                    <a:pt x="319398" y="1064692"/>
                  </a:lnTo>
                  <a:lnTo>
                    <a:pt x="258390" y="1056318"/>
                  </a:lnTo>
                  <a:lnTo>
                    <a:pt x="202444" y="1046428"/>
                  </a:lnTo>
                  <a:lnTo>
                    <a:pt x="152124" y="1035150"/>
                  </a:lnTo>
                  <a:lnTo>
                    <a:pt x="107996" y="1022610"/>
                  </a:lnTo>
                  <a:lnTo>
                    <a:pt x="70624" y="1008933"/>
                  </a:lnTo>
                  <a:lnTo>
                    <a:pt x="18409" y="978675"/>
                  </a:lnTo>
                  <a:lnTo>
                    <a:pt x="0" y="945388"/>
                  </a:lnTo>
                  <a:lnTo>
                    <a:pt x="0" y="135001"/>
                  </a:lnTo>
                </a:path>
              </a:pathLst>
            </a:custGeom>
            <a:noFill/>
            <a:ln w="25908">
              <a:solidFill>
                <a:srgbClr val="176ca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1" name="object 19"/>
          <p:cNvGrpSpPr/>
          <p:nvPr/>
        </p:nvGrpSpPr>
        <p:grpSpPr>
          <a:xfrm>
            <a:off x="6094440" y="891360"/>
            <a:ext cx="2919960" cy="2331720"/>
            <a:chOff x="6094440" y="891360"/>
            <a:chExt cx="2919960" cy="2331720"/>
          </a:xfrm>
        </p:grpSpPr>
        <p:pic>
          <p:nvPicPr>
            <p:cNvPr id="342" name="object 20" descr=""/>
            <p:cNvPicPr/>
            <p:nvPr/>
          </p:nvPicPr>
          <p:blipFill>
            <a:blip r:embed="rId1"/>
            <a:stretch/>
          </p:blipFill>
          <p:spPr>
            <a:xfrm>
              <a:off x="6094440" y="1703880"/>
              <a:ext cx="1519200" cy="1519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43" name="object 21" descr=""/>
            <p:cNvPicPr/>
            <p:nvPr/>
          </p:nvPicPr>
          <p:blipFill>
            <a:blip r:embed="rId2"/>
            <a:stretch/>
          </p:blipFill>
          <p:spPr>
            <a:xfrm>
              <a:off x="7560720" y="891360"/>
              <a:ext cx="1453680" cy="1586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44" name="object 22"/>
            <p:cNvSpPr/>
            <p:nvPr/>
          </p:nvSpPr>
          <p:spPr>
            <a:xfrm>
              <a:off x="6755760" y="1795320"/>
              <a:ext cx="1166760" cy="678600"/>
            </a:xfrm>
            <a:custGeom>
              <a:avLst/>
              <a:gdLst>
                <a:gd name="textAreaLeft" fmla="*/ 0 w 1166760"/>
                <a:gd name="textAreaRight" fmla="*/ 1167120 w 1166760"/>
                <a:gd name="textAreaTop" fmla="*/ 0 h 678600"/>
                <a:gd name="textAreaBottom" fmla="*/ 678960 h 678600"/>
              </a:gdLst>
              <a:ahLst/>
              <a:rect l="textAreaLeft" t="textAreaTop" r="textAreaRight" b="textAreaBottom"/>
              <a:pathLst>
                <a:path w="1167129" h="678814">
                  <a:moveTo>
                    <a:pt x="1097832" y="32656"/>
                  </a:moveTo>
                  <a:lnTo>
                    <a:pt x="0" y="667892"/>
                  </a:lnTo>
                  <a:lnTo>
                    <a:pt x="6350" y="678814"/>
                  </a:lnTo>
                  <a:lnTo>
                    <a:pt x="1104225" y="43679"/>
                  </a:lnTo>
                  <a:lnTo>
                    <a:pt x="1097832" y="32656"/>
                  </a:lnTo>
                  <a:close/>
                </a:path>
                <a:path w="1167129" h="678814">
                  <a:moveTo>
                    <a:pt x="1149680" y="26288"/>
                  </a:moveTo>
                  <a:lnTo>
                    <a:pt x="1108836" y="26288"/>
                  </a:lnTo>
                  <a:lnTo>
                    <a:pt x="1115186" y="37337"/>
                  </a:lnTo>
                  <a:lnTo>
                    <a:pt x="1104225" y="43679"/>
                  </a:lnTo>
                  <a:lnTo>
                    <a:pt x="1120139" y="71119"/>
                  </a:lnTo>
                  <a:lnTo>
                    <a:pt x="1149680" y="26288"/>
                  </a:lnTo>
                  <a:close/>
                </a:path>
                <a:path w="1167129" h="678814">
                  <a:moveTo>
                    <a:pt x="1108836" y="26288"/>
                  </a:moveTo>
                  <a:lnTo>
                    <a:pt x="1097832" y="32656"/>
                  </a:lnTo>
                  <a:lnTo>
                    <a:pt x="1104225" y="43679"/>
                  </a:lnTo>
                  <a:lnTo>
                    <a:pt x="1115186" y="37337"/>
                  </a:lnTo>
                  <a:lnTo>
                    <a:pt x="1108836" y="26288"/>
                  </a:lnTo>
                  <a:close/>
                </a:path>
                <a:path w="1167129" h="678814">
                  <a:moveTo>
                    <a:pt x="1167002" y="0"/>
                  </a:moveTo>
                  <a:lnTo>
                    <a:pt x="1081912" y="5206"/>
                  </a:lnTo>
                  <a:lnTo>
                    <a:pt x="1097832" y="32656"/>
                  </a:lnTo>
                  <a:lnTo>
                    <a:pt x="1108836" y="26288"/>
                  </a:lnTo>
                  <a:lnTo>
                    <a:pt x="1149680" y="26288"/>
                  </a:lnTo>
                  <a:lnTo>
                    <a:pt x="1167002" y="0"/>
                  </a:lnTo>
                  <a:close/>
                </a:path>
              </a:pathLst>
            </a:custGeom>
            <a:solidFill>
              <a:srgbClr val="ff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5" name="object 23"/>
          <p:cNvSpPr/>
          <p:nvPr/>
        </p:nvSpPr>
        <p:spPr>
          <a:xfrm>
            <a:off x="1267560" y="3260160"/>
            <a:ext cx="1001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000" spc="-12" strike="noStrike">
                <a:solidFill>
                  <a:srgbClr val="ffffff"/>
                </a:solidFill>
                <a:latin typeface="Arial"/>
              </a:rPr>
              <a:t>Services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object 24"/>
          <p:cNvSpPr/>
          <p:nvPr/>
        </p:nvSpPr>
        <p:spPr>
          <a:xfrm>
            <a:off x="3972600" y="3254040"/>
            <a:ext cx="1016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en-US" sz="2000" spc="-12" strike="noStrike">
                <a:solidFill>
                  <a:srgbClr val="ffffff"/>
                </a:solidFill>
                <a:latin typeface="Arial"/>
              </a:rPr>
              <a:t>Volumes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object 25"/>
          <p:cNvSpPr/>
          <p:nvPr/>
        </p:nvSpPr>
        <p:spPr>
          <a:xfrm>
            <a:off x="6494400" y="3207600"/>
            <a:ext cx="12996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2000" spc="-12" strike="noStrike">
                <a:solidFill>
                  <a:srgbClr val="ffffff"/>
                </a:solidFill>
                <a:latin typeface="Arial"/>
              </a:rPr>
              <a:t>Networking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object 3"/>
          <p:cNvSpPr/>
          <p:nvPr/>
        </p:nvSpPr>
        <p:spPr>
          <a:xfrm>
            <a:off x="4536000" y="0"/>
            <a:ext cx="4571640" cy="5143320"/>
          </a:xfrm>
          <a:custGeom>
            <a:avLst/>
            <a:gdLst>
              <a:gd name="textAreaLeft" fmla="*/ 0 w 4571640"/>
              <a:gd name="textAreaRight" fmla="*/ 4572000 w 4571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4572000" h="5143500">
                <a:moveTo>
                  <a:pt x="45720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0" y="5143500"/>
                </a:lnTo>
                <a:lnTo>
                  <a:pt x="457200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0" name="object 4"/>
          <p:cNvGrpSpPr/>
          <p:nvPr/>
        </p:nvGrpSpPr>
        <p:grpSpPr>
          <a:xfrm>
            <a:off x="1444680" y="1373040"/>
            <a:ext cx="7254000" cy="2757960"/>
            <a:chOff x="1444680" y="1373040"/>
            <a:chExt cx="7254000" cy="2757960"/>
          </a:xfrm>
        </p:grpSpPr>
        <p:pic>
          <p:nvPicPr>
            <p:cNvPr id="351" name="object 5" descr=""/>
            <p:cNvPicPr/>
            <p:nvPr/>
          </p:nvPicPr>
          <p:blipFill>
            <a:blip r:embed="rId1"/>
            <a:stretch/>
          </p:blipFill>
          <p:spPr>
            <a:xfrm>
              <a:off x="1444680" y="1583280"/>
              <a:ext cx="1781280" cy="2220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2" name="object 6"/>
            <p:cNvSpPr/>
            <p:nvPr/>
          </p:nvSpPr>
          <p:spPr>
            <a:xfrm>
              <a:off x="2933640" y="1574280"/>
              <a:ext cx="273960" cy="342720"/>
            </a:xfrm>
            <a:custGeom>
              <a:avLst/>
              <a:gdLst>
                <a:gd name="textAreaLeft" fmla="*/ 0 w 273960"/>
                <a:gd name="textAreaRight" fmla="*/ 274320 w 27396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274319" h="342900">
                  <a:moveTo>
                    <a:pt x="228600" y="0"/>
                  </a:moveTo>
                  <a:lnTo>
                    <a:pt x="0" y="0"/>
                  </a:lnTo>
                  <a:lnTo>
                    <a:pt x="0" y="297180"/>
                  </a:lnTo>
                  <a:lnTo>
                    <a:pt x="45719" y="342900"/>
                  </a:lnTo>
                  <a:lnTo>
                    <a:pt x="274319" y="342900"/>
                  </a:lnTo>
                  <a:lnTo>
                    <a:pt x="274319" y="4572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" name="object 7"/>
            <p:cNvSpPr/>
            <p:nvPr/>
          </p:nvSpPr>
          <p:spPr>
            <a:xfrm>
              <a:off x="2933640" y="1574280"/>
              <a:ext cx="273960" cy="342720"/>
            </a:xfrm>
            <a:custGeom>
              <a:avLst/>
              <a:gdLst>
                <a:gd name="textAreaLeft" fmla="*/ 0 w 273960"/>
                <a:gd name="textAreaRight" fmla="*/ 274320 w 273960"/>
                <a:gd name="textAreaTop" fmla="*/ 0 h 342720"/>
                <a:gd name="textAreaBottom" fmla="*/ 343080 h 342720"/>
              </a:gdLst>
              <a:ahLst/>
              <a:rect l="textAreaLeft" t="textAreaTop" r="textAreaRight" b="textAreaBottom"/>
              <a:pathLst>
                <a:path w="274319" h="342900">
                  <a:moveTo>
                    <a:pt x="0" y="0"/>
                  </a:moveTo>
                  <a:lnTo>
                    <a:pt x="228600" y="0"/>
                  </a:lnTo>
                  <a:lnTo>
                    <a:pt x="274319" y="45720"/>
                  </a:lnTo>
                  <a:lnTo>
                    <a:pt x="274319" y="342900"/>
                  </a:lnTo>
                  <a:lnTo>
                    <a:pt x="45719" y="342900"/>
                  </a:lnTo>
                  <a:lnTo>
                    <a:pt x="0" y="29718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14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4" name="object 8" descr=""/>
            <p:cNvPicPr/>
            <p:nvPr/>
          </p:nvPicPr>
          <p:blipFill>
            <a:blip r:embed="rId2"/>
            <a:stretch/>
          </p:blipFill>
          <p:spPr>
            <a:xfrm>
              <a:off x="3124080" y="1373040"/>
              <a:ext cx="5574600" cy="275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55" name="object 9" descr=""/>
            <p:cNvPicPr/>
            <p:nvPr/>
          </p:nvPicPr>
          <p:blipFill>
            <a:blip r:embed="rId3"/>
            <a:stretch/>
          </p:blipFill>
          <p:spPr>
            <a:xfrm>
              <a:off x="4398120" y="1373040"/>
              <a:ext cx="3264120" cy="2620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6" name="object 10"/>
            <p:cNvSpPr/>
            <p:nvPr/>
          </p:nvSpPr>
          <p:spPr>
            <a:xfrm>
              <a:off x="3204000" y="1406520"/>
              <a:ext cx="5435280" cy="2639160"/>
            </a:xfrm>
            <a:custGeom>
              <a:avLst/>
              <a:gdLst>
                <a:gd name="textAreaLeft" fmla="*/ 0 w 5435280"/>
                <a:gd name="textAreaRight" fmla="*/ 5435640 w 5435280"/>
                <a:gd name="textAreaTop" fmla="*/ 0 h 2639160"/>
                <a:gd name="textAreaBottom" fmla="*/ 2639520 h 2639160"/>
              </a:gdLst>
              <a:ahLst/>
              <a:rect l="textAreaLeft" t="textAreaTop" r="textAreaRight" b="textAreaBottom"/>
              <a:pathLst>
                <a:path w="5435600" h="2639695">
                  <a:moveTo>
                    <a:pt x="5435473" y="0"/>
                  </a:moveTo>
                  <a:lnTo>
                    <a:pt x="1311529" y="0"/>
                  </a:lnTo>
                  <a:lnTo>
                    <a:pt x="1311529" y="439927"/>
                  </a:lnTo>
                  <a:lnTo>
                    <a:pt x="0" y="1197483"/>
                  </a:lnTo>
                  <a:lnTo>
                    <a:pt x="1311529" y="1099820"/>
                  </a:lnTo>
                  <a:lnTo>
                    <a:pt x="1311529" y="2639568"/>
                  </a:lnTo>
                  <a:lnTo>
                    <a:pt x="5435473" y="2639568"/>
                  </a:lnTo>
                  <a:lnTo>
                    <a:pt x="543547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" name="object 11"/>
            <p:cNvSpPr/>
            <p:nvPr/>
          </p:nvSpPr>
          <p:spPr>
            <a:xfrm>
              <a:off x="3204000" y="1406520"/>
              <a:ext cx="5435280" cy="2639160"/>
            </a:xfrm>
            <a:custGeom>
              <a:avLst/>
              <a:gdLst>
                <a:gd name="textAreaLeft" fmla="*/ 0 w 5435280"/>
                <a:gd name="textAreaRight" fmla="*/ 5435640 w 5435280"/>
                <a:gd name="textAreaTop" fmla="*/ 0 h 2639160"/>
                <a:gd name="textAreaBottom" fmla="*/ 2639520 h 2639160"/>
              </a:gdLst>
              <a:ahLst/>
              <a:rect l="textAreaLeft" t="textAreaTop" r="textAreaRight" b="textAreaBottom"/>
              <a:pathLst>
                <a:path w="5435600" h="2639695">
                  <a:moveTo>
                    <a:pt x="1311529" y="0"/>
                  </a:moveTo>
                  <a:lnTo>
                    <a:pt x="1998853" y="0"/>
                  </a:lnTo>
                  <a:lnTo>
                    <a:pt x="3029839" y="0"/>
                  </a:lnTo>
                  <a:lnTo>
                    <a:pt x="5435473" y="0"/>
                  </a:lnTo>
                  <a:lnTo>
                    <a:pt x="5435473" y="439927"/>
                  </a:lnTo>
                  <a:lnTo>
                    <a:pt x="5435473" y="1099820"/>
                  </a:lnTo>
                  <a:lnTo>
                    <a:pt x="5435473" y="2639568"/>
                  </a:lnTo>
                  <a:lnTo>
                    <a:pt x="3029839" y="2639568"/>
                  </a:lnTo>
                  <a:lnTo>
                    <a:pt x="1998853" y="2639568"/>
                  </a:lnTo>
                  <a:lnTo>
                    <a:pt x="1311529" y="2639568"/>
                  </a:lnTo>
                  <a:lnTo>
                    <a:pt x="1311529" y="1099820"/>
                  </a:lnTo>
                  <a:lnTo>
                    <a:pt x="0" y="1197483"/>
                  </a:lnTo>
                  <a:lnTo>
                    <a:pt x="1311529" y="439927"/>
                  </a:lnTo>
                  <a:lnTo>
                    <a:pt x="1311529" y="0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8" name="object 12"/>
          <p:cNvSpPr/>
          <p:nvPr/>
        </p:nvSpPr>
        <p:spPr>
          <a:xfrm>
            <a:off x="4726800" y="1500840"/>
            <a:ext cx="4874400" cy="23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containers: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7920">
              <a:lnSpc>
                <a:spcPct val="100000"/>
              </a:lnSpc>
            </a:pPr>
            <a:r>
              <a:rPr b="0" lang="en-US" sz="1200" spc="-21" strike="noStrike">
                <a:solidFill>
                  <a:srgbClr val="2853a0"/>
                </a:solidFill>
                <a:latin typeface="Arial"/>
              </a:rPr>
              <a:t>web: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build:</a:t>
            </a:r>
            <a:r>
              <a:rPr b="0" lang="en-US" sz="1200" spc="-52" strike="noStrike">
                <a:solidFill>
                  <a:srgbClr val="2853a0"/>
                </a:solidFill>
                <a:latin typeface="Arial"/>
              </a:rPr>
              <a:t> 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command:</a:t>
            </a:r>
            <a:r>
              <a:rPr b="0" lang="en-US" sz="1200" spc="-5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200" spc="-1" strike="noStrike">
                <a:solidFill>
                  <a:srgbClr val="ff0000"/>
                </a:solidFill>
                <a:latin typeface="Arial"/>
              </a:rPr>
              <a:t>python</a:t>
            </a:r>
            <a:r>
              <a:rPr b="0" lang="en-US" sz="1200" spc="-52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app.py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ports: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  </a:t>
            </a: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-</a:t>
            </a:r>
            <a:r>
              <a:rPr b="0" lang="en-US" sz="1200" spc="-7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"5000:5000"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Volumes: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</a:pP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 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-.:/code </a:t>
            </a:r>
            <a:br>
              <a:rPr sz="1200"/>
            </a:b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environment: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20040" indent="-92880">
              <a:lnSpc>
                <a:spcPct val="100000"/>
              </a:lnSpc>
              <a:buClr>
                <a:srgbClr val="2853a0"/>
              </a:buClr>
              <a:buFont typeface="OpenSymbol"/>
              <a:buChar char="-"/>
              <a:tabLst>
                <a:tab algn="l" pos="320040"/>
              </a:tabLst>
            </a:pP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- PYTHONUNBUFFERED=1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97920">
              <a:lnSpc>
                <a:spcPct val="100000"/>
              </a:lnSpc>
              <a:tabLst>
                <a:tab algn="l" pos="320040"/>
              </a:tabLst>
            </a:pPr>
            <a:r>
              <a:rPr b="0" lang="en-US" sz="1200" spc="-12" strike="noStrike">
                <a:solidFill>
                  <a:srgbClr val="2853a0"/>
                </a:solidFill>
                <a:latin typeface="Arial"/>
              </a:rPr>
              <a:t>redis: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  <a:spcBef>
                <a:spcPts val="6"/>
              </a:spcBef>
              <a:tabLst>
                <a:tab algn="l" pos="320040"/>
              </a:tabLst>
            </a:pP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image:</a:t>
            </a:r>
            <a:r>
              <a:rPr b="0" lang="en-US" sz="1200" spc="-35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redis:latest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7160">
              <a:lnSpc>
                <a:spcPct val="100000"/>
              </a:lnSpc>
              <a:tabLst>
                <a:tab algn="l" pos="320040"/>
              </a:tabLst>
            </a:pPr>
            <a:r>
              <a:rPr b="0" lang="en-US" sz="1200" spc="-1" strike="noStrike">
                <a:solidFill>
                  <a:srgbClr val="2853a0"/>
                </a:solidFill>
                <a:latin typeface="Arial"/>
              </a:rPr>
              <a:t>command:</a:t>
            </a:r>
            <a:r>
              <a:rPr b="0" lang="en-US" sz="1200" spc="-52" strike="noStrike">
                <a:solidFill>
                  <a:srgbClr val="2853a0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redis-</a:t>
            </a:r>
            <a:r>
              <a:rPr b="0" lang="en-US" sz="1200" spc="-1" strike="noStrike">
                <a:solidFill>
                  <a:srgbClr val="ff0000"/>
                </a:solidFill>
                <a:latin typeface="Arial"/>
              </a:rPr>
              <a:t>server</a:t>
            </a:r>
            <a:r>
              <a:rPr b="0" lang="en-US" sz="1200" spc="-26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0" lang="en-US" sz="1200" spc="-12" strike="noStrike">
                <a:solidFill>
                  <a:srgbClr val="ff0000"/>
                </a:solidFill>
                <a:latin typeface="Arial"/>
              </a:rPr>
              <a:t>--</a:t>
            </a:r>
            <a:r>
              <a:rPr b="0" lang="en-US" sz="1200" spc="-1" strike="noStrike">
                <a:solidFill>
                  <a:srgbClr val="ff0000"/>
                </a:solidFill>
                <a:latin typeface="Arial"/>
              </a:rPr>
              <a:t>appendonly</a:t>
            </a:r>
            <a:r>
              <a:rPr b="0" lang="en-US" sz="1200" spc="-66" strike="noStrike">
                <a:solidFill>
                  <a:srgbClr val="ff0000"/>
                </a:solidFill>
                <a:latin typeface="Arial"/>
              </a:rPr>
              <a:t> </a:t>
            </a:r>
            <a:r>
              <a:rPr b="0" lang="en-US" sz="1200" spc="-26" strike="noStrike">
                <a:solidFill>
                  <a:srgbClr val="ff0000"/>
                </a:solidFill>
                <a:latin typeface="Arial"/>
              </a:rPr>
              <a:t>yes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54720"/>
          </a:xfrm>
          <a:prstGeom prst="rect">
            <a:avLst/>
          </a:prstGeom>
          <a:noFill/>
          <a:ln w="0">
            <a:noFill/>
          </a:ln>
        </p:spPr>
        <p:txBody>
          <a:bodyPr lIns="0" rIns="0" tIns="95760" bIns="0" anchor="t">
            <a:noAutofit/>
          </a:bodyPr>
          <a:p>
            <a:pPr marL="936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Docker</a:t>
            </a:r>
            <a:r>
              <a:rPr b="1" lang="en-US" sz="2800" spc="-97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012044"/>
                </a:solidFill>
                <a:latin typeface="Arial"/>
              </a:rPr>
              <a:t>Compose:</a:t>
            </a:r>
            <a:r>
              <a:rPr b="1" lang="en-US" sz="2800" spc="-55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Multi</a:t>
            </a:r>
            <a:r>
              <a:rPr b="0" lang="en-US" sz="2800" spc="-111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Container</a:t>
            </a:r>
            <a:r>
              <a:rPr b="0" lang="en-US" sz="2800" spc="-97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Applications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60" name="object 14" descr=""/>
          <p:cNvPicPr/>
          <p:nvPr/>
        </p:nvPicPr>
        <p:blipFill>
          <a:blip r:embed="rId4"/>
          <a:stretch/>
        </p:blipFill>
        <p:spPr>
          <a:xfrm>
            <a:off x="1572840" y="1673280"/>
            <a:ext cx="487440" cy="48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object 2" descr=""/>
          <p:cNvPicPr/>
          <p:nvPr/>
        </p:nvPicPr>
        <p:blipFill>
          <a:blip r:embed="rId1"/>
          <a:stretch/>
        </p:blipFill>
        <p:spPr>
          <a:xfrm>
            <a:off x="730080" y="964800"/>
            <a:ext cx="7740000" cy="3782160"/>
          </a:xfrm>
          <a:prstGeom prst="rect">
            <a:avLst/>
          </a:prstGeom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30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8136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A</a:t>
            </a:r>
            <a:r>
              <a:rPr b="0" lang="en-US" sz="2800" spc="-9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Sample</a:t>
            </a:r>
            <a:r>
              <a:rPr b="0" lang="en-US" sz="2800" spc="-7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2800" spc="-8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Compose</a:t>
            </a:r>
            <a:r>
              <a:rPr b="0" lang="en-US" sz="2800" spc="-55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21" strike="noStrike">
                <a:solidFill>
                  <a:schemeClr val="lt1"/>
                </a:solidFill>
                <a:latin typeface="Arial"/>
              </a:rPr>
              <a:t>File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2155680" y="2752560"/>
            <a:ext cx="5230080" cy="1110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848880" indent="-83700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Environmental</a:t>
            </a:r>
            <a:r>
              <a:rPr b="0" lang="en-US" sz="3600" spc="-6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Variable</a:t>
            </a:r>
            <a:r>
              <a:rPr b="0" lang="en-US" sz="36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26" strike="noStrike">
                <a:solidFill>
                  <a:schemeClr val="lt1"/>
                </a:solidFill>
                <a:latin typeface="Arial"/>
              </a:rPr>
              <a:t>in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3600" spc="-15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Compose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6" name="object 3"/>
          <p:cNvGrpSpPr/>
          <p:nvPr/>
        </p:nvGrpSpPr>
        <p:grpSpPr>
          <a:xfrm>
            <a:off x="4572000" y="0"/>
            <a:ext cx="4571640" cy="5143320"/>
            <a:chOff x="4572000" y="0"/>
            <a:chExt cx="4571640" cy="5143320"/>
          </a:xfrm>
        </p:grpSpPr>
        <p:sp>
          <p:nvSpPr>
            <p:cNvPr id="367" name="object 4"/>
            <p:cNvSpPr/>
            <p:nvPr/>
          </p:nvSpPr>
          <p:spPr>
            <a:xfrm>
              <a:off x="4572000" y="0"/>
              <a:ext cx="4571640" cy="51433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5143320"/>
                <a:gd name="textAreaBottom" fmla="*/ 5143680 h 5143320"/>
              </a:gdLst>
              <a:ahLst/>
              <a:rect l="textAreaLeft" t="textAreaTop" r="textAreaRight" b="textAreaBottom"/>
              <a:pathLst>
                <a:path w="4572000" h="5143500">
                  <a:moveTo>
                    <a:pt x="4572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0" y="51435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d7d7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68" name="object 5" descr=""/>
            <p:cNvPicPr/>
            <p:nvPr/>
          </p:nvPicPr>
          <p:blipFill>
            <a:blip r:embed="rId1"/>
            <a:stretch/>
          </p:blipFill>
          <p:spPr>
            <a:xfrm>
              <a:off x="4948560" y="1098720"/>
              <a:ext cx="3686040" cy="2115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474840" y="598680"/>
            <a:ext cx="3703680" cy="8712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Environmental</a:t>
            </a:r>
            <a:r>
              <a:rPr b="0" lang="en-US" sz="2800" spc="-182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Variable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in</a:t>
            </a:r>
            <a:r>
              <a:rPr b="0" lang="en-US" sz="2800" spc="-60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Docker</a:t>
            </a:r>
            <a:r>
              <a:rPr b="0" lang="en-US" sz="2800" spc="-60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Compose: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object 7"/>
          <p:cNvSpPr/>
          <p:nvPr/>
        </p:nvSpPr>
        <p:spPr>
          <a:xfrm>
            <a:off x="474840" y="1879920"/>
            <a:ext cx="2262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Using</a:t>
            </a:r>
            <a:r>
              <a:rPr b="0" lang="en-US" sz="2800" spc="-60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.env</a:t>
            </a:r>
            <a:r>
              <a:rPr b="0" lang="en-US" sz="2800" spc="-46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21" strike="noStrike">
                <a:solidFill>
                  <a:srgbClr val="012044"/>
                </a:solidFill>
                <a:latin typeface="Arial"/>
              </a:rPr>
              <a:t>file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2" name="object 3"/>
          <p:cNvGrpSpPr/>
          <p:nvPr/>
        </p:nvGrpSpPr>
        <p:grpSpPr>
          <a:xfrm>
            <a:off x="4572000" y="0"/>
            <a:ext cx="4571640" cy="5143320"/>
            <a:chOff x="4572000" y="0"/>
            <a:chExt cx="4571640" cy="5143320"/>
          </a:xfrm>
        </p:grpSpPr>
        <p:sp>
          <p:nvSpPr>
            <p:cNvPr id="373" name="object 4"/>
            <p:cNvSpPr/>
            <p:nvPr/>
          </p:nvSpPr>
          <p:spPr>
            <a:xfrm>
              <a:off x="4572000" y="0"/>
              <a:ext cx="4571640" cy="51433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5143320"/>
                <a:gd name="textAreaBottom" fmla="*/ 5143680 h 5143320"/>
              </a:gdLst>
              <a:ahLst/>
              <a:rect l="textAreaLeft" t="textAreaTop" r="textAreaRight" b="textAreaBottom"/>
              <a:pathLst>
                <a:path w="4572000" h="5143500">
                  <a:moveTo>
                    <a:pt x="4572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0" y="51435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d7d7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74" name="object 5" descr=""/>
            <p:cNvPicPr/>
            <p:nvPr/>
          </p:nvPicPr>
          <p:blipFill>
            <a:blip r:embed="rId1"/>
            <a:stretch/>
          </p:blipFill>
          <p:spPr>
            <a:xfrm>
              <a:off x="4730400" y="1574280"/>
              <a:ext cx="4256280" cy="461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308880" y="471600"/>
            <a:ext cx="3702960" cy="8712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Environmental</a:t>
            </a:r>
            <a:r>
              <a:rPr b="0" lang="en-US" sz="2800" spc="-185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Variable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in</a:t>
            </a:r>
            <a:r>
              <a:rPr b="0" lang="en-US" sz="2800" spc="-55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Docker</a:t>
            </a:r>
            <a:r>
              <a:rPr b="0" lang="en-US" sz="2800" spc="-52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Compose: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6" name="object 7"/>
          <p:cNvSpPr/>
          <p:nvPr/>
        </p:nvSpPr>
        <p:spPr>
          <a:xfrm>
            <a:off x="308880" y="1751760"/>
            <a:ext cx="378540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Using</a:t>
            </a:r>
            <a:r>
              <a:rPr b="0" lang="en-US" sz="2800" spc="-21" strike="noStrike">
                <a:solidFill>
                  <a:srgbClr val="012044"/>
                </a:solidFill>
                <a:latin typeface="Arial"/>
              </a:rPr>
              <a:t> `docker-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compose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run`</a:t>
            </a:r>
            <a:r>
              <a:rPr b="0" lang="en-US" sz="2800" spc="-46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command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2382480" y="2886120"/>
            <a:ext cx="487764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Networking</a:t>
            </a:r>
            <a:r>
              <a:rPr b="0" lang="en-US" sz="3600" spc="-3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in</a:t>
            </a:r>
            <a:r>
              <a:rPr b="0" lang="en-US" sz="3600" spc="-7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Compose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0" name="object 3"/>
          <p:cNvGrpSpPr/>
          <p:nvPr/>
        </p:nvGrpSpPr>
        <p:grpSpPr>
          <a:xfrm>
            <a:off x="4572000" y="0"/>
            <a:ext cx="4571640" cy="5143320"/>
            <a:chOff x="4572000" y="0"/>
            <a:chExt cx="4571640" cy="5143320"/>
          </a:xfrm>
        </p:grpSpPr>
        <p:sp>
          <p:nvSpPr>
            <p:cNvPr id="381" name="object 4"/>
            <p:cNvSpPr/>
            <p:nvPr/>
          </p:nvSpPr>
          <p:spPr>
            <a:xfrm>
              <a:off x="4572000" y="0"/>
              <a:ext cx="4571640" cy="51433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5143320"/>
                <a:gd name="textAreaBottom" fmla="*/ 5143680 h 5143320"/>
              </a:gdLst>
              <a:ahLst/>
              <a:rect l="textAreaLeft" t="textAreaTop" r="textAreaRight" b="textAreaBottom"/>
              <a:pathLst>
                <a:path w="4572000" h="5143500">
                  <a:moveTo>
                    <a:pt x="4572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0" y="51435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d7d7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82" name="object 5" descr=""/>
            <p:cNvPicPr/>
            <p:nvPr/>
          </p:nvPicPr>
          <p:blipFill>
            <a:blip r:embed="rId1"/>
            <a:stretch/>
          </p:blipFill>
          <p:spPr>
            <a:xfrm>
              <a:off x="4917960" y="1243440"/>
              <a:ext cx="3896640" cy="2390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43848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Networking</a:t>
            </a:r>
            <a:r>
              <a:rPr b="0" lang="en-US" sz="2800" spc="-75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in</a:t>
            </a:r>
            <a:r>
              <a:rPr b="0" lang="en-US" sz="2800" spc="-80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Compose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4" name="object 7"/>
          <p:cNvSpPr/>
          <p:nvPr/>
        </p:nvSpPr>
        <p:spPr>
          <a:xfrm>
            <a:off x="79200" y="2107800"/>
            <a:ext cx="4384440" cy="1929240"/>
          </a:xfrm>
          <a:custGeom>
            <a:avLst/>
            <a:gdLst>
              <a:gd name="textAreaLeft" fmla="*/ 0 w 4384440"/>
              <a:gd name="textAreaRight" fmla="*/ 4384800 w 4384440"/>
              <a:gd name="textAreaTop" fmla="*/ 0 h 1929240"/>
              <a:gd name="textAreaBottom" fmla="*/ 1929600 h 1929240"/>
            </a:gdLst>
            <a:ahLst/>
            <a:rect l="textAreaLeft" t="textAreaTop" r="textAreaRight" b="textAreaBottom"/>
            <a:pathLst>
              <a:path w="4384675" h="1929764">
                <a:moveTo>
                  <a:pt x="4384548" y="0"/>
                </a:moveTo>
                <a:lnTo>
                  <a:pt x="0" y="0"/>
                </a:lnTo>
                <a:lnTo>
                  <a:pt x="0" y="1929383"/>
                </a:lnTo>
                <a:lnTo>
                  <a:pt x="4384548" y="1929383"/>
                </a:lnTo>
                <a:lnTo>
                  <a:pt x="438454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object 8"/>
          <p:cNvSpPr/>
          <p:nvPr/>
        </p:nvSpPr>
        <p:spPr>
          <a:xfrm>
            <a:off x="295920" y="2169720"/>
            <a:ext cx="413604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99160" indent="-286560">
              <a:lnSpc>
                <a:spcPts val="1511"/>
              </a:lnSpc>
              <a:buClr>
                <a:srgbClr val="000000"/>
              </a:buClr>
              <a:buSzPct val="150000"/>
              <a:buFont typeface="OpenSymbol"/>
              <a:buChar char="-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en-US" sz="14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called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myapp_default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is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created.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ts val="2030"/>
              </a:lnSpc>
              <a:buClr>
                <a:srgbClr val="000000"/>
              </a:buClr>
              <a:buSzPct val="150000"/>
              <a:buFont typeface="OpenSymbol"/>
              <a:buChar char="-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container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is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created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using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web’s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 configuration.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>
              <a:lnSpc>
                <a:spcPts val="1610"/>
              </a:lnSpc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It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joins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en-US" sz="14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myapp_default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under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the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>
              <a:lnSpc>
                <a:spcPts val="1329"/>
              </a:lnSpc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name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web.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 indent="-286560">
              <a:lnSpc>
                <a:spcPts val="2100"/>
              </a:lnSpc>
              <a:buClr>
                <a:srgbClr val="000000"/>
              </a:buClr>
              <a:buSzPct val="150000"/>
              <a:buFont typeface="OpenSymbol"/>
              <a:buChar char="-"/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container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is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created</a:t>
            </a:r>
            <a:r>
              <a:rPr b="0" lang="en-US" sz="1400" spc="-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using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db’s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configuration.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>
              <a:lnSpc>
                <a:spcPts val="1610"/>
              </a:lnSpc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joins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myapp_default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under</a:t>
            </a:r>
            <a:r>
              <a:rPr b="0" lang="en-US" sz="14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the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99160">
              <a:lnSpc>
                <a:spcPct val="100000"/>
              </a:lnSpc>
              <a:tabLst>
                <a:tab algn="l" pos="2991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name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db.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7" name="object 3"/>
          <p:cNvGrpSpPr/>
          <p:nvPr/>
        </p:nvGrpSpPr>
        <p:grpSpPr>
          <a:xfrm>
            <a:off x="4572000" y="0"/>
            <a:ext cx="4571640" cy="5143320"/>
            <a:chOff x="4572000" y="0"/>
            <a:chExt cx="4571640" cy="5143320"/>
          </a:xfrm>
        </p:grpSpPr>
        <p:sp>
          <p:nvSpPr>
            <p:cNvPr id="388" name="object 4"/>
            <p:cNvSpPr/>
            <p:nvPr/>
          </p:nvSpPr>
          <p:spPr>
            <a:xfrm>
              <a:off x="4572000" y="0"/>
              <a:ext cx="4571640" cy="51433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5143320"/>
                <a:gd name="textAreaBottom" fmla="*/ 5143680 h 5143320"/>
              </a:gdLst>
              <a:ahLst/>
              <a:rect l="textAreaLeft" t="textAreaTop" r="textAreaRight" b="textAreaBottom"/>
              <a:pathLst>
                <a:path w="4572000" h="5143500">
                  <a:moveTo>
                    <a:pt x="4572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0" y="51435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d7d7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89" name="object 5" descr=""/>
            <p:cNvPicPr/>
            <p:nvPr/>
          </p:nvPicPr>
          <p:blipFill>
            <a:blip r:embed="rId1"/>
            <a:stretch/>
          </p:blipFill>
          <p:spPr>
            <a:xfrm>
              <a:off x="4672440" y="298800"/>
              <a:ext cx="4382640" cy="44222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3266640" cy="8712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Compose</a:t>
            </a:r>
            <a:r>
              <a:rPr b="0" lang="en-US" sz="2800" spc="-60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rgbClr val="012044"/>
                </a:solidFill>
                <a:latin typeface="Arial"/>
              </a:rPr>
              <a:t>for</a:t>
            </a:r>
            <a:r>
              <a:rPr b="0" lang="en-US" sz="2800" spc="-86" strike="noStrike">
                <a:solidFill>
                  <a:srgbClr val="012044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rgbClr val="012044"/>
                </a:solidFill>
                <a:latin typeface="Arial"/>
              </a:rPr>
              <a:t>Swarm </a:t>
            </a:r>
            <a:r>
              <a:rPr b="0" lang="en-US" sz="2800" spc="-21" strike="noStrike">
                <a:solidFill>
                  <a:srgbClr val="012044"/>
                </a:solidFill>
                <a:latin typeface="Arial"/>
              </a:rPr>
              <a:t>Mode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object 7"/>
          <p:cNvSpPr/>
          <p:nvPr/>
        </p:nvSpPr>
        <p:spPr>
          <a:xfrm>
            <a:off x="79200" y="2215800"/>
            <a:ext cx="4384440" cy="1256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080" bIns="0" anchor="t">
            <a:spAutoFit/>
          </a:bodyPr>
          <a:p>
            <a:pPr marL="515520" indent="-286920">
              <a:lnSpc>
                <a:spcPct val="92000"/>
              </a:lnSpc>
              <a:spcBef>
                <a:spcPts val="79"/>
              </a:spcBef>
              <a:buClr>
                <a:srgbClr val="000000"/>
              </a:buClr>
              <a:buSzPct val="150000"/>
              <a:buFont typeface="OpenSymbol"/>
              <a:buChar char="-"/>
              <a:tabLst>
                <a:tab algn="l" pos="5155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same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Compose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file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can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used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deploy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containerized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apps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4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multi-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host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system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515520" indent="-286920">
              <a:lnSpc>
                <a:spcPts val="1749"/>
              </a:lnSpc>
              <a:buClr>
                <a:srgbClr val="000000"/>
              </a:buClr>
              <a:buSzPct val="150000"/>
              <a:buFont typeface="OpenSymbol"/>
              <a:buChar char="-"/>
              <a:tabLst>
                <a:tab algn="l" pos="5155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647585"/>
                </a:solidFill>
                <a:latin typeface="Arial"/>
              </a:rPr>
              <a:t>overlay</a:t>
            </a:r>
            <a:r>
              <a:rPr b="0" lang="en-US" sz="1400" spc="-12" strike="noStrike">
                <a:solidFill>
                  <a:srgbClr val="647585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driver</a:t>
            </a:r>
            <a:r>
              <a:rPr b="0" lang="en-US" sz="14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creates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named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network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515520">
              <a:lnSpc>
                <a:spcPts val="1261"/>
              </a:lnSpc>
              <a:tabLst>
                <a:tab algn="l" pos="5155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across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multiple</a:t>
            </a:r>
            <a:r>
              <a:rPr b="0" lang="en-US" sz="14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nodes</a:t>
            </a:r>
            <a:r>
              <a:rPr b="0" lang="en-US" sz="14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14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4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</a:rPr>
              <a:t>swarm.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515520" indent="-286920">
              <a:lnSpc>
                <a:spcPts val="2100"/>
              </a:lnSpc>
              <a:buClr>
                <a:srgbClr val="000000"/>
              </a:buClr>
              <a:buSzPct val="150000"/>
              <a:buFont typeface="OpenSymbol"/>
              <a:buChar char="-"/>
              <a:tabLst>
                <a:tab algn="l" pos="5155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“global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mode”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enable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atleast</a:t>
            </a:r>
            <a:r>
              <a:rPr b="0" lang="en-US" sz="14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one</a:t>
            </a:r>
            <a:r>
              <a:rPr b="0" lang="en-US" sz="14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copy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of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515520">
              <a:lnSpc>
                <a:spcPts val="1610"/>
              </a:lnSpc>
              <a:tabLst>
                <a:tab algn="l" pos="5155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apps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running</a:t>
            </a:r>
            <a:r>
              <a:rPr b="0" lang="en-US" sz="14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every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node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US" sz="14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US" sz="14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21" strike="noStrike">
                <a:solidFill>
                  <a:srgbClr val="000000"/>
                </a:solidFill>
                <a:latin typeface="Arial"/>
              </a:rPr>
              <a:t>swarm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492200" y="2886120"/>
            <a:ext cx="665496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How</a:t>
            </a:r>
            <a:r>
              <a:rPr b="0" lang="en-US" sz="3600" spc="-2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to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install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3600" spc="-21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2" strike="noStrike">
                <a:solidFill>
                  <a:schemeClr val="lt1"/>
                </a:solidFill>
                <a:latin typeface="Arial"/>
              </a:rPr>
              <a:t>Compose?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284040" y="235800"/>
            <a:ext cx="8575920" cy="930960"/>
          </a:xfrm>
          <a:prstGeom prst="rect">
            <a:avLst/>
          </a:prstGeom>
          <a:noFill/>
          <a:ln w="0">
            <a:noFill/>
          </a:ln>
        </p:spPr>
        <p:txBody>
          <a:bodyPr lIns="0" rIns="0" tIns="72000" bIns="0" anchor="t">
            <a:noAutofit/>
          </a:bodyPr>
          <a:p>
            <a:pPr marL="8136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How</a:t>
            </a:r>
            <a:r>
              <a:rPr b="0" lang="en-US" sz="2800" spc="-55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to</a:t>
            </a:r>
            <a:r>
              <a:rPr b="0" lang="en-US" sz="2800" spc="-60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Install</a:t>
            </a:r>
            <a:r>
              <a:rPr b="0" lang="en-US" sz="2800" spc="-7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Arial"/>
              </a:rPr>
              <a:t>Docker</a:t>
            </a:r>
            <a:r>
              <a:rPr b="0" lang="en-US" sz="2800" spc="-72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2800" spc="-12" strike="noStrike">
                <a:solidFill>
                  <a:schemeClr val="lt1"/>
                </a:solidFill>
                <a:latin typeface="Arial"/>
              </a:rPr>
              <a:t>Compose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object 3"/>
          <p:cNvSpPr/>
          <p:nvPr/>
        </p:nvSpPr>
        <p:spPr>
          <a:xfrm>
            <a:off x="228600" y="1308600"/>
            <a:ext cx="868680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i="1" lang="en-US" sz="1400" spc="-12" strike="noStrike">
                <a:solidFill>
                  <a:srgbClr val="ffff00"/>
                </a:solidFill>
                <a:latin typeface="Arial"/>
                <a:ea typeface="Noto Sans CJK SC"/>
              </a:rPr>
              <a:t>$ curl -L </a:t>
            </a:r>
            <a:r>
              <a:rPr b="0" i="1" lang="en-US" sz="1400" spc="-12" strike="noStrike">
                <a:solidFill>
                  <a:srgbClr val="ffff00"/>
                </a:solidFill>
                <a:latin typeface="Arial"/>
                <a:ea typeface="Noto Sans CJK SC"/>
                <a:hlinkClick r:id="rId1"/>
              </a:rPr>
              <a:t>https://github.com/docker/compose/releases/download/v5.0.2/docker-compose-linux-x86_64</a:t>
            </a:r>
            <a:r>
              <a:rPr b="0" i="1" lang="en-US" sz="1500" spc="-12" strike="noStrike">
                <a:solidFill>
                  <a:srgbClr val="ffff00"/>
                </a:solidFill>
                <a:latin typeface="Arial"/>
                <a:ea typeface="Noto Sans CJK SC"/>
              </a:rPr>
              <a:t> </a:t>
            </a:r>
            <a:r>
              <a:rPr b="0" i="1" lang="en-US" sz="1400" spc="-26" strike="noStrike">
                <a:solidFill>
                  <a:srgbClr val="ffff00"/>
                </a:solidFill>
                <a:latin typeface="Arial"/>
              </a:rPr>
              <a:t>-</a:t>
            </a:r>
            <a:r>
              <a:rPr b="0" i="1" lang="en-US" sz="1400" spc="-1" strike="noStrike">
                <a:solidFill>
                  <a:srgbClr val="ffff00"/>
                </a:solidFill>
                <a:latin typeface="Arial"/>
              </a:rPr>
              <a:t>o</a:t>
            </a:r>
            <a:r>
              <a:rPr b="0" i="1" lang="en-US" sz="1400" spc="-12" strike="noStrike">
                <a:solidFill>
                  <a:srgbClr val="ffff00"/>
                </a:solidFill>
                <a:latin typeface="Arial"/>
              </a:rPr>
              <a:t> /usr/local/bin/docker-compose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ffff00"/>
                </a:solidFill>
                <a:latin typeface="Arial"/>
              </a:rPr>
              <a:t>$</a:t>
            </a:r>
            <a:r>
              <a:rPr b="0" i="1" lang="en-US" sz="1600" spc="-12" strike="noStrike">
                <a:solidFill>
                  <a:srgbClr val="ffff00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rgbClr val="ffff00"/>
                </a:solidFill>
                <a:latin typeface="Arial"/>
              </a:rPr>
              <a:t>chmod</a:t>
            </a:r>
            <a:r>
              <a:rPr b="0" i="1" lang="en-US" sz="1600" spc="18" strike="noStrike">
                <a:solidFill>
                  <a:srgbClr val="ffff00"/>
                </a:solidFill>
                <a:latin typeface="Arial"/>
              </a:rPr>
              <a:t> </a:t>
            </a:r>
            <a:r>
              <a:rPr b="0" i="1" lang="en-US" sz="1600" spc="-1" strike="noStrike">
                <a:solidFill>
                  <a:srgbClr val="ffff00"/>
                </a:solidFill>
                <a:latin typeface="Arial"/>
              </a:rPr>
              <a:t>+x</a:t>
            </a:r>
            <a:r>
              <a:rPr b="0" i="1" lang="en-US" sz="1600" spc="-7" strike="noStrike">
                <a:solidFill>
                  <a:srgbClr val="ffff00"/>
                </a:solidFill>
                <a:latin typeface="Arial"/>
              </a:rPr>
              <a:t> </a:t>
            </a:r>
            <a:r>
              <a:rPr b="0" i="1" lang="en-US" sz="1600" spc="-12" strike="noStrike">
                <a:solidFill>
                  <a:srgbClr val="ffff00"/>
                </a:solidFill>
                <a:latin typeface="Arial"/>
              </a:rPr>
              <a:t>/usr/local/bin/docker-compose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object 4"/>
          <p:cNvSpPr/>
          <p:nvPr/>
        </p:nvSpPr>
        <p:spPr>
          <a:xfrm>
            <a:off x="527760" y="3106440"/>
            <a:ext cx="75168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Note:</a:t>
            </a:r>
            <a:r>
              <a:rPr b="0" lang="en-US" sz="1800" spc="-4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Docker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Desktop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will</a:t>
            </a:r>
            <a:r>
              <a:rPr b="0" lang="en-US" sz="1800" spc="9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automatically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</a:t>
            </a:r>
            <a:r>
              <a:rPr b="0" lang="en-US" sz="1800" spc="-4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latest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version</a:t>
            </a:r>
            <a:r>
              <a:rPr b="0" lang="en-US" sz="1800" spc="-26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of</a:t>
            </a:r>
            <a:r>
              <a:rPr b="0" lang="en-US" sz="1800" spc="-32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2" strike="noStrike">
                <a:solidFill>
                  <a:srgbClr val="ffffff"/>
                </a:solidFill>
                <a:latin typeface="Arial"/>
              </a:rPr>
              <a:t>Docker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Engine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</a:t>
            </a:r>
            <a:r>
              <a:rPr b="0" lang="en-US" sz="1800" spc="-15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21" strike="noStrike">
                <a:solidFill>
                  <a:srgbClr val="ffffff"/>
                </a:solidFill>
                <a:latin typeface="Arial"/>
              </a:rPr>
              <a:t>you.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object 2" descr=""/>
          <p:cNvPicPr/>
          <p:nvPr/>
        </p:nvPicPr>
        <p:blipFill>
          <a:blip r:embed="rId1"/>
          <a:stretch/>
        </p:blipFill>
        <p:spPr>
          <a:xfrm>
            <a:off x="4149720" y="1774080"/>
            <a:ext cx="990360" cy="700200"/>
          </a:xfrm>
          <a:prstGeom prst="rect">
            <a:avLst/>
          </a:prstGeom>
          <a:ln w="0">
            <a:noFill/>
          </a:ln>
        </p:spPr>
      </p:pic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1208160" y="2711160"/>
            <a:ext cx="7339680" cy="871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A</a:t>
            </a:r>
            <a:r>
              <a:rPr b="0" lang="en-US" sz="3600" spc="-26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Sample</a:t>
            </a:r>
            <a:r>
              <a:rPr b="0" lang="en-US" sz="3600" spc="-21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WordPress</a:t>
            </a:r>
            <a:r>
              <a:rPr b="0" lang="en-US" sz="3600" spc="-21" strike="noStrike">
                <a:solidFill>
                  <a:schemeClr val="lt1"/>
                </a:solidFill>
                <a:latin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</a:rPr>
              <a:t>Compose</a:t>
            </a:r>
            <a:r>
              <a:rPr b="0" lang="en-US" sz="3600" spc="-21" strike="noStrike">
                <a:solidFill>
                  <a:schemeClr val="lt1"/>
                </a:solidFill>
                <a:latin typeface="Arial"/>
              </a:rPr>
              <a:t> File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object 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0" name="object 3"/>
          <p:cNvGrpSpPr/>
          <p:nvPr/>
        </p:nvGrpSpPr>
        <p:grpSpPr>
          <a:xfrm>
            <a:off x="144720" y="0"/>
            <a:ext cx="8998920" cy="5143320"/>
            <a:chOff x="144720" y="0"/>
            <a:chExt cx="8998920" cy="5143320"/>
          </a:xfrm>
        </p:grpSpPr>
        <p:sp>
          <p:nvSpPr>
            <p:cNvPr id="401" name="object 4"/>
            <p:cNvSpPr/>
            <p:nvPr/>
          </p:nvSpPr>
          <p:spPr>
            <a:xfrm>
              <a:off x="4572000" y="0"/>
              <a:ext cx="4571640" cy="514332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5143320"/>
                <a:gd name="textAreaBottom" fmla="*/ 5143680 h 5143320"/>
              </a:gdLst>
              <a:ahLst/>
              <a:rect l="textAreaLeft" t="textAreaTop" r="textAreaRight" b="textAreaBottom"/>
              <a:pathLst>
                <a:path w="4572000" h="5143500">
                  <a:moveTo>
                    <a:pt x="4572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0" y="51435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d7d7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02" name="object 5" descr=""/>
            <p:cNvPicPr/>
            <p:nvPr/>
          </p:nvPicPr>
          <p:blipFill>
            <a:blip r:embed="rId1"/>
            <a:stretch/>
          </p:blipFill>
          <p:spPr>
            <a:xfrm>
              <a:off x="144720" y="257400"/>
              <a:ext cx="8998920" cy="488556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2025-06-14T15:11:44Z</dcterms:created>
  <dc:creator>Raina, Ajeet</dc:creator>
  <dc:description/>
  <dc:language>en-US</dc:language>
  <cp:lastModifiedBy/>
  <dcterms:modified xsi:type="dcterms:W3CDTF">2026-02-03T22:14:03Z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2025-06-14T00:00:00Z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2013</vt:lpwstr>
  </property>
</Properties>
</file>